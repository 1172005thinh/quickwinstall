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57" r:id="rId4"/>
    <p:sldId id="281" r:id="rId5"/>
    <p:sldId id="262" r:id="rId6"/>
    <p:sldId id="258" r:id="rId7"/>
    <p:sldId id="259" r:id="rId8"/>
    <p:sldId id="260" r:id="rId9"/>
    <p:sldId id="261" r:id="rId10"/>
    <p:sldId id="263" r:id="rId11"/>
    <p:sldId id="264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7" r:id="rId23"/>
    <p:sldId id="288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99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01" r:id="rId42"/>
    <p:sldId id="300" r:id="rId43"/>
    <p:sldId id="297" r:id="rId44"/>
    <p:sldId id="298" r:id="rId45"/>
    <p:sldId id="266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79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394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172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09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91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483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49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629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1694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1910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973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56EEB-15B4-4C26-9058-954AB50BE350}" type="datetimeFigureOut">
              <a:rPr lang="vi-VN" smtClean="0"/>
              <a:t>03/11/2025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830AF-4396-46CA-8F89-061B1BAA410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4043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4C5992-C6D6-2AD6-D09A-2F5FFF02D492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098810-1577-8CD8-5A7B-9C1CDB21AD19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9C63D5-C148-8502-2535-643BA9DE878C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962D8C-9794-0CF3-2BFD-EA378FD6C8AB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934CAF-8D45-82B7-6469-235E5CFADD3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A1BC43-434A-20F5-C06C-BC5DB7AC36CB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D63B544-FE5F-C3C5-71A6-C88392781EB3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BBF889-0C2D-69AD-7204-44D296215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11BD84-C7E7-F865-2B33-489716CA62E2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381DF-1066-406B-388D-764FB308066D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882C0A-7E8C-1B00-5EC7-D5DF0A7506A0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F66537-C058-1EF4-8C7E-18ED01DBF27C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6A4F94E-1305-B269-7C70-9D1FD0A93AF8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4A7577-620C-ABCC-00D1-BD487FFC1258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394224-2956-9467-CCBD-5FF67D46696D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13BEEBB-BC93-1C25-610B-AEB59532BB1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67351D-F29E-4FC0-9810-CBF1D4D6D1A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0B87F7E-2560-812C-AB94-49EB3A55DB25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8A2BE5-9330-878C-7DB4-A071896DA837}"/>
              </a:ext>
            </a:extLst>
          </p:cNvPr>
          <p:cNvSpPr txBox="1"/>
          <p:nvPr/>
        </p:nvSpPr>
        <p:spPr>
          <a:xfrm>
            <a:off x="1023120" y="1723128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09AC4E-0315-FA78-69E1-9D4B8FD531C0}"/>
              </a:ext>
            </a:extLst>
          </p:cNvPr>
          <p:cNvSpPr txBox="1"/>
          <p:nvPr/>
        </p:nvSpPr>
        <p:spPr>
          <a:xfrm>
            <a:off x="1023120" y="2156339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833278-61B7-B812-1BC6-93C8CBF0C598}"/>
              </a:ext>
            </a:extLst>
          </p:cNvPr>
          <p:cNvSpPr txBox="1"/>
          <p:nvPr/>
        </p:nvSpPr>
        <p:spPr>
          <a:xfrm>
            <a:off x="1023120" y="2589787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35303B-E6A4-0A6D-C47A-142B3BBFB8C1}"/>
              </a:ext>
            </a:extLst>
          </p:cNvPr>
          <p:cNvSpPr txBox="1"/>
          <p:nvPr/>
        </p:nvSpPr>
        <p:spPr>
          <a:xfrm>
            <a:off x="1023120" y="3022998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55F0B6-E51D-F0AE-99C1-750F74639DA4}"/>
              </a:ext>
            </a:extLst>
          </p:cNvPr>
          <p:cNvSpPr txBox="1"/>
          <p:nvPr/>
        </p:nvSpPr>
        <p:spPr>
          <a:xfrm>
            <a:off x="1023120" y="3456209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2123DF-83EA-C3D2-2EF9-70EF3C0D4401}"/>
              </a:ext>
            </a:extLst>
          </p:cNvPr>
          <p:cNvSpPr txBox="1"/>
          <p:nvPr/>
        </p:nvSpPr>
        <p:spPr>
          <a:xfrm>
            <a:off x="1023120" y="3889420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421FD8-04DA-95CD-EB2E-1044B6839B20}"/>
              </a:ext>
            </a:extLst>
          </p:cNvPr>
          <p:cNvSpPr txBox="1"/>
          <p:nvPr/>
        </p:nvSpPr>
        <p:spPr>
          <a:xfrm>
            <a:off x="1023120" y="4322631"/>
            <a:ext cx="2069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Configuration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CC47CC6-5990-836F-F0BE-DE2FAFB57C65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060609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A6F474F-13CB-9638-728A-98A363ECD26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D90F299-4952-5C6C-314B-008E7EEAA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F87FCE3-8E63-17B2-6E63-5E3CD4361CE9}"/>
              </a:ext>
            </a:extLst>
          </p:cNvPr>
          <p:cNvGrpSpPr/>
          <p:nvPr/>
        </p:nvGrpSpPr>
        <p:grpSpPr>
          <a:xfrm>
            <a:off x="609222" y="1718191"/>
            <a:ext cx="280676" cy="281936"/>
            <a:chOff x="609222" y="1060609"/>
            <a:chExt cx="280676" cy="281936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329CD1EC-F3B6-BB53-8CE0-76B94997EF5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E8DD42A-A444-6754-3DD5-FC482972C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BD7E140-FAE2-354A-6343-BCD60CE0A2EE}"/>
              </a:ext>
            </a:extLst>
          </p:cNvPr>
          <p:cNvGrpSpPr/>
          <p:nvPr/>
        </p:nvGrpSpPr>
        <p:grpSpPr>
          <a:xfrm>
            <a:off x="609222" y="2156339"/>
            <a:ext cx="280676" cy="281936"/>
            <a:chOff x="609222" y="1060609"/>
            <a:chExt cx="280676" cy="281936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A07795A-D317-0F3D-14DD-88EE8F99720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7B93FA7-4E5B-4879-5C09-824173157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3EEDAB2-9EF7-4D1E-CFBE-467DF1AAD405}"/>
              </a:ext>
            </a:extLst>
          </p:cNvPr>
          <p:cNvGrpSpPr/>
          <p:nvPr/>
        </p:nvGrpSpPr>
        <p:grpSpPr>
          <a:xfrm>
            <a:off x="609222" y="2589787"/>
            <a:ext cx="280676" cy="281936"/>
            <a:chOff x="609222" y="1060609"/>
            <a:chExt cx="280676" cy="281936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BF293193-0CDA-ACE6-543F-E0D053F4B35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5941A2B-FE00-F0EC-EB4E-401451004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9D09F01-95E9-8F31-DEE8-618535E6D27D}"/>
              </a:ext>
            </a:extLst>
          </p:cNvPr>
          <p:cNvGrpSpPr/>
          <p:nvPr/>
        </p:nvGrpSpPr>
        <p:grpSpPr>
          <a:xfrm>
            <a:off x="609222" y="3022998"/>
            <a:ext cx="280676" cy="281936"/>
            <a:chOff x="609222" y="1060609"/>
            <a:chExt cx="280676" cy="281936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39B726C-02A4-73AB-5260-1751E8F016B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3DAB12F5-3FC8-911F-53FB-F92EA4D6D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DECF013-6EE4-0236-98A9-85E6F493CE0F}"/>
              </a:ext>
            </a:extLst>
          </p:cNvPr>
          <p:cNvGrpSpPr/>
          <p:nvPr/>
        </p:nvGrpSpPr>
        <p:grpSpPr>
          <a:xfrm>
            <a:off x="609222" y="3456209"/>
            <a:ext cx="280676" cy="281936"/>
            <a:chOff x="609222" y="1060609"/>
            <a:chExt cx="280676" cy="281936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48EAE59B-BC70-CA2D-2143-51E02170E40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96D3B21-4754-A5CD-1639-CA7911126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929B6F5-BD43-F270-1DDE-D81273AEA033}"/>
              </a:ext>
            </a:extLst>
          </p:cNvPr>
          <p:cNvGrpSpPr/>
          <p:nvPr/>
        </p:nvGrpSpPr>
        <p:grpSpPr>
          <a:xfrm>
            <a:off x="609222" y="3884483"/>
            <a:ext cx="280676" cy="281936"/>
            <a:chOff x="609222" y="1060609"/>
            <a:chExt cx="280676" cy="281936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DF207517-8058-27EB-9AA5-00ED3D14A76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BAD3B87E-A599-5369-9E36-B12355C2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1E85F4E-13E4-E172-6425-81CD47099255}"/>
              </a:ext>
            </a:extLst>
          </p:cNvPr>
          <p:cNvGrpSpPr/>
          <p:nvPr/>
        </p:nvGrpSpPr>
        <p:grpSpPr>
          <a:xfrm>
            <a:off x="609222" y="4322631"/>
            <a:ext cx="280676" cy="281936"/>
            <a:chOff x="609222" y="1060609"/>
            <a:chExt cx="280676" cy="281936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D4D14CF-F553-B0F2-7459-D0834CD00F0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6A71CC02-1F1B-4AEE-838B-9EAF19800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B5CD259-24C3-1473-47C5-3DC3BB2A14AB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5A93366-E925-A742-1703-E899FC4EDF19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958D1C1B-FF5C-BC97-4873-03236AF69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772D2F8-57AF-938F-AA9C-447036AF8CC2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F5C6DA4-2751-2C16-66A5-91F21E3FB22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74378DB-EFBF-C9BF-817F-9D6A2D880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823B8602-E6BB-CFBD-5AE2-FBB89D05BED9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F6C984D-FF83-DEBD-F2F5-C955A4167B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EE3BB22-8D0A-90FD-60D1-8C3AFF369156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C2F40D8F-B389-D118-0211-E6B99E93ABC0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239241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AC5A-661D-5116-969C-B89399F1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BE6B74-CBE9-25BE-D42E-DC3EABADFE0F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BFC9B-35BC-3DE3-9EC1-7FBD68800CE6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BFE33B-FB1E-C49B-FC61-B452781B5B49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C65973D-39C9-5542-EE0F-BA40B13A08EB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6EA57B-2717-79B9-0E82-E3914BCD2693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BC0D24-64EF-27A6-97C1-309B4B1FC52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8F37FF47-9765-ACF5-0A99-BD4F1E3AE84E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D20BF8-B10B-2FF0-ED14-95EDD814B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C0C84E-CDD9-168A-1DA2-D28A5E605D99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EAA012-A7F4-FCB9-175D-626CCCE8B3D8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8440B3-C14E-0900-9DB2-157226F6D0B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A6A6AC-535E-64E2-6151-7E153DADBAF1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7CFB02-502C-8269-09C3-E31ADEF5547F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DA73DC-1DC6-64DF-B498-85C92E628F70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CB1D1A-297F-FD81-7CA2-2423FDCD7E6F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1FBA98-61B6-A6BC-7677-9D63AAC90BC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D1DCB0-57B6-B18E-515C-FE85D2B16225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683DEF0-00A7-114A-60B4-2F88CA5B4E60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576966-0FEC-B871-EF1C-99195830C4C4}"/>
              </a:ext>
            </a:extLst>
          </p:cNvPr>
          <p:cNvSpPr txBox="1"/>
          <p:nvPr/>
        </p:nvSpPr>
        <p:spPr>
          <a:xfrm>
            <a:off x="1023120" y="1723128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F7CC49-4CC5-91D1-58B4-8FC9082A0FB5}"/>
              </a:ext>
            </a:extLst>
          </p:cNvPr>
          <p:cNvSpPr txBox="1"/>
          <p:nvPr/>
        </p:nvSpPr>
        <p:spPr>
          <a:xfrm>
            <a:off x="1023120" y="2156339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0CDF54-A056-A944-41E4-7AA2A7FB8C0C}"/>
              </a:ext>
            </a:extLst>
          </p:cNvPr>
          <p:cNvSpPr txBox="1"/>
          <p:nvPr/>
        </p:nvSpPr>
        <p:spPr>
          <a:xfrm>
            <a:off x="1023120" y="2589787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E40DD9-9541-CA88-B3D1-23FA58DA8C36}"/>
              </a:ext>
            </a:extLst>
          </p:cNvPr>
          <p:cNvSpPr txBox="1"/>
          <p:nvPr/>
        </p:nvSpPr>
        <p:spPr>
          <a:xfrm>
            <a:off x="1023120" y="3022998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B4B8BD-7046-76DE-C86A-E102438EA2C6}"/>
              </a:ext>
            </a:extLst>
          </p:cNvPr>
          <p:cNvSpPr txBox="1"/>
          <p:nvPr/>
        </p:nvSpPr>
        <p:spPr>
          <a:xfrm>
            <a:off x="1023120" y="3456209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5DF2FE-3E8C-7C6C-A87E-FA4E7613B688}"/>
              </a:ext>
            </a:extLst>
          </p:cNvPr>
          <p:cNvSpPr txBox="1"/>
          <p:nvPr/>
        </p:nvSpPr>
        <p:spPr>
          <a:xfrm>
            <a:off x="1023120" y="3889420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DA49F3-7CC0-62D4-8BB0-8E10C8D2649B}"/>
              </a:ext>
            </a:extLst>
          </p:cNvPr>
          <p:cNvSpPr txBox="1"/>
          <p:nvPr/>
        </p:nvSpPr>
        <p:spPr>
          <a:xfrm>
            <a:off x="1023120" y="4322631"/>
            <a:ext cx="2069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Configuration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FACB900-B106-5594-4BC3-FF7950EF4F68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060609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BB4FB6F-5C4D-3E56-9E4B-515BB2D5DF2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E5104C3-2736-F2CC-A8F7-F615DF173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1226E42-28EC-18B3-78FD-07CCEF1A8738}"/>
              </a:ext>
            </a:extLst>
          </p:cNvPr>
          <p:cNvGrpSpPr/>
          <p:nvPr/>
        </p:nvGrpSpPr>
        <p:grpSpPr>
          <a:xfrm>
            <a:off x="609222" y="1718191"/>
            <a:ext cx="280676" cy="281936"/>
            <a:chOff x="609222" y="1060609"/>
            <a:chExt cx="280676" cy="281936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7C713EA-848C-F288-D571-E6BB8502529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65642A3-8AC2-3664-E2F5-39327258C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8FF053A-597F-8B92-0385-9A8CC2DA5384}"/>
              </a:ext>
            </a:extLst>
          </p:cNvPr>
          <p:cNvGrpSpPr/>
          <p:nvPr/>
        </p:nvGrpSpPr>
        <p:grpSpPr>
          <a:xfrm>
            <a:off x="609222" y="2156339"/>
            <a:ext cx="280676" cy="281936"/>
            <a:chOff x="609222" y="1060609"/>
            <a:chExt cx="280676" cy="281936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47BF49B6-0C9A-7AB8-1D1F-8995F722487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A10329D4-0A58-CE90-9AA1-CC4B9C0AB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FE34651-2E37-5120-0423-0A6A92522001}"/>
              </a:ext>
            </a:extLst>
          </p:cNvPr>
          <p:cNvGrpSpPr/>
          <p:nvPr/>
        </p:nvGrpSpPr>
        <p:grpSpPr>
          <a:xfrm>
            <a:off x="609222" y="2589787"/>
            <a:ext cx="280676" cy="281936"/>
            <a:chOff x="609222" y="1060609"/>
            <a:chExt cx="280676" cy="281936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58DA0391-62D0-825B-4D29-0DBCA00CE7D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1AF4563-1BE2-A9D5-5710-3AE6FD056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431DB0E-587C-949E-DC3D-88B75F8BFB21}"/>
              </a:ext>
            </a:extLst>
          </p:cNvPr>
          <p:cNvGrpSpPr/>
          <p:nvPr/>
        </p:nvGrpSpPr>
        <p:grpSpPr>
          <a:xfrm>
            <a:off x="609222" y="3022998"/>
            <a:ext cx="280676" cy="281936"/>
            <a:chOff x="609222" y="1060609"/>
            <a:chExt cx="280676" cy="281936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6BB0F887-4613-6795-F54E-88EA22DFF17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D1F6115-E7C1-F5CB-46AE-833502739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77D324B-7E05-E703-F1FB-8B91959DB4BC}"/>
              </a:ext>
            </a:extLst>
          </p:cNvPr>
          <p:cNvGrpSpPr/>
          <p:nvPr/>
        </p:nvGrpSpPr>
        <p:grpSpPr>
          <a:xfrm>
            <a:off x="609222" y="3456209"/>
            <a:ext cx="280676" cy="281936"/>
            <a:chOff x="609222" y="1060609"/>
            <a:chExt cx="280676" cy="281936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6B5EF969-1F2B-F460-AAAD-FC4A5F56673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52393B8-940E-D443-B0B6-FD080FCC4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BD01C0D-88FD-BCA6-D985-6B0D974D26A7}"/>
              </a:ext>
            </a:extLst>
          </p:cNvPr>
          <p:cNvGrpSpPr/>
          <p:nvPr/>
        </p:nvGrpSpPr>
        <p:grpSpPr>
          <a:xfrm>
            <a:off x="609222" y="3884483"/>
            <a:ext cx="280676" cy="281936"/>
            <a:chOff x="609222" y="1060609"/>
            <a:chExt cx="280676" cy="281936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5801263E-59D3-BA4A-82C0-673C94889A8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1859EB2A-7156-A600-3C09-FAD884926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131753F-7D62-1EB9-8B50-966978BDF1F5}"/>
              </a:ext>
            </a:extLst>
          </p:cNvPr>
          <p:cNvGrpSpPr/>
          <p:nvPr/>
        </p:nvGrpSpPr>
        <p:grpSpPr>
          <a:xfrm>
            <a:off x="609222" y="4322631"/>
            <a:ext cx="280676" cy="281936"/>
            <a:chOff x="609222" y="1060609"/>
            <a:chExt cx="280676" cy="281936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EF9375B3-97AA-4388-1509-B9B002F1EFD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EA6D9229-6454-BA33-3F14-46973CDE1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B823A69-A17F-26FE-045B-B5DA3D7124E1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BAD325E-4EBC-52DB-2DCA-1F454840182C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6475E00F-2FBF-FA55-7F08-9083EA43A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1AECA59-087A-943A-4FC1-758E2392B3A1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9094407-B262-A5F1-59BB-981E24C4EBF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C345AF9-C729-F4BE-274F-62C69AF00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76A86FD-8E04-3BF7-C34D-939EFC0A89FC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6BDB7AA-3F11-1A18-ADFC-D8FE2FCC41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DEFF3E5-44CA-2D07-08DF-67B0A62425C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6BD6FAEC-B18D-BB0D-A7CA-2E8A1067B89B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400832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F0B7-A7EC-A719-315D-7C3AC28F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9FFE41-D7CA-D59C-14E9-D9CCB251F79B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A1E2CF-8A47-7F4A-E7F1-82AFDBE58155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697A38-D3D4-6986-7F09-C4932E1A961F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0557A4-9D22-41CD-DDD8-7891D050A272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ECD76E-5A01-4FA3-8C0C-A314D68FE022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E8891E-7F91-416C-669B-737314F1333E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E67B518-EC11-7A65-03C7-A85EBA368CB4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0D1B62-552A-8DE6-0F06-7B40CDF0C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F7E0B8-07C6-4CE3-7C6A-A6DD77D5BEC6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2A25AA8-0F12-CF56-056B-0BD8EFFD989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449ADAA-440C-594F-3C81-175A28F2FA3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3EFE8B-A432-C145-550C-E766377F4968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75BE26-BE45-347D-C2C1-AB560A2784FA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A60818-B664-BA74-8BCF-496F62E89509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7EC4FD-2321-614D-DB17-EBB94337C28B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BA7666-8222-9605-0A71-3528E13179C5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B31E67-5470-6EED-37C4-4CA7CF7E2036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72BD68B-9C11-74BA-1AD9-61D315BF5D1D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D2B7FAB-741C-FBAA-F9A1-2C928A9049DA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D7A2BBB-5D6D-09E0-AE9F-3295E6CF1280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910CFC3-34EC-59D6-9ACF-0D80E57CF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86481A9-0C3E-122E-918B-07A4006C54CC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654728B-9AC7-0216-9DA5-053A0C6B8E9D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FB5CDD8-96C6-CA5C-13DD-A292F70F1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BA09134-D761-10CE-F760-BBA7C6D2A9D2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FFADFB4-C12E-8945-106D-FCBDCC29E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C6B049D-33CA-FEFA-71A9-9829BEFA2BC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2D89F47-1DA1-828C-C4AC-62E97A229845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640D5E-9321-EF5E-F3B5-3BE560328895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6AE7950-D37A-6DAA-1185-C70C48A4386A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14F46D1-F9CD-C38D-8B9D-552F89614214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A904D7-C5E3-9596-A7F8-9A3BF33F20B7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1727852-41E6-FD8E-66E3-77EE5E5C8F46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4C39EE5-25AF-C4C7-F800-2D9F36891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9D8BAE9-4421-5D76-DCE3-93EDEBA25344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FC822D-226D-1B09-D60E-79BE978B669E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E2060D3-BF05-1AEF-1179-43139D130BE9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59C80B-641B-D176-693F-C9E5FA85D960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BD01B6F-9145-300D-FAC6-A64E46000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A981122-5DB2-29F2-C781-EE94659BB5F6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1531509-4EDC-8809-623C-E7530EB6D97E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BA646B-82CC-96CD-ABAE-14553F59D96E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BC9E195-DCA3-705B-A464-7A1993CEAC2B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47DEA6-FA7B-CD94-883A-62F1B1CF6C13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FB6CB01-F7DB-99B9-1D57-D4A75EF4821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42E27E-8433-7621-C643-510F13783918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BA1E6E-108A-D387-CD4C-D2DB67DBDCF5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E77951-0586-D749-AF6C-BE418C08C606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093D97-E6CA-0C29-818D-715922FC9F02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515307-5CAE-7ADE-AF24-3F1BD115EA8B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4A83B0B-13A5-E84E-B178-5536B3EABA1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2367F85-F453-2B3A-9A4A-F90B196F9F84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CFAA8478-1058-6F5B-7276-19C825329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CBBBC11-89CE-E38A-BFB5-2D4B173F1C0C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C467B1-A111-0C7E-992C-7BD347A2019F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8016ED-0E8B-5F73-4663-A9E12E31D4B1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528668-4615-FDA7-9532-71134C6A2474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581AD9-57FE-56AF-1EDA-11148D456757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5229B8-AFD0-67DC-CF2C-429E439F149B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F9390A6-4BC5-9841-06B6-BBCD4D05A9C3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5A2A63E-16EB-44AC-D186-A0695E5E8B0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BF5DC4B-CA1D-15F9-EFDC-51082D707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34BE705-70BD-E61D-FA04-8225A5D724B1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CEEECB8E-D3A4-677B-40DD-6588C7AF4EB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38B51869-12EE-C26F-DDC2-CEF4C08B0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1086DAD-1EE9-F378-EE66-08BC209F2A4D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23492203-8E61-B884-5B6E-D1DD4FEA7D2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34A35852-8BE5-0F7E-D3E6-1E90E021E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843D2AD-65A8-97C9-142B-2B0121A58136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DC5C44D-8511-1542-EEC9-A73519613E6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D90F09D0-8D03-9FF4-E514-89CB719C8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75F4A96-92F9-4F4E-574C-E5729EF80266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47BE96DD-46A0-6F0D-637E-6F83B4D55EB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F23AD782-5B43-C611-B063-CB248CD7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79A0F50-FEDE-8570-8D32-B0069C2C3F8A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03E2673A-CAB5-69EE-D79E-D9BBC0D23F3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FD498EA-7B3E-2639-6386-41A2B729F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771D38C-5F9C-17E6-8B5B-D5E52E37A14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D01E3CC0-C64A-878A-2315-14EDFCBDD472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126678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6849-87B0-6173-E07B-9F0CA89C1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9B75E8-6F85-F374-2342-169F29161029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0D44B8-E89A-E07E-1B9B-828A8823E32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7682B3-1CDD-BB1E-C95E-3307354C9972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B679DF-DD81-D647-4207-935E8456DA14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F4D10-4631-C0DF-3569-8E313B85E72E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C1640E-BC41-904E-F9C5-74069124B3CE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37D67429-231A-070B-0C48-9B85F5C2DB21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44CDEC-D05B-BEAE-91B7-9114C2981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447F66-B297-5A91-37E5-40319AB07608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8CD0AD-7F7A-1AC9-8E4D-69D0650A3614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C46283-FB20-8A51-D48C-1017D1856040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44834A0-6694-6557-070C-06A75627C4CB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3FBCA1-E9CB-BE17-301C-F00551A0E00D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B9C62B-9107-CCB9-9ADF-DDE550A3D36E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DDAC8E-86C4-EB46-9230-61220F39D083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FDC6D4-2A9C-673A-F1B4-257B88F2D2E7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123973-9C69-674C-09B4-9FE40DB34FC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4D4EE60-7900-D312-8BCB-DE9724DBF664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0A3A46C-8C63-0D7C-E52A-5143E9B4795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50C5CD99-CA50-D228-99FC-C2CB3C5F2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E7039B8-8816-CAE6-0F6F-1A068A594C9C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749716C-F442-3B51-5D84-2B6EA8B02306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29EAA0CA-1F26-F9DB-AFD2-721B24C76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B00CA0B-3CD0-E733-FFF3-F0997206305A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42458F4-8455-3520-BDC7-7859AB65B6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33873F9-D776-7BB8-FEB0-A8AA77357095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FD33308-FEC9-89DB-8517-FBBDE3A31EE0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C51CCFB-0813-7B0D-C5EF-EE9EB5E9975E}"/>
                </a:ext>
              </a:extLst>
            </p:cNvPr>
            <p:cNvSpPr/>
            <p:nvPr/>
          </p:nvSpPr>
          <p:spPr>
            <a:xfrm>
              <a:off x="8787766" y="2409708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F93CADF-F31D-E6D8-D00D-F83E8345E48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2F8175D2-4627-F1C1-842F-431122D38477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E1362AD-E994-0992-A72E-79AF8BA6F1CC}"/>
              </a:ext>
            </a:extLst>
          </p:cNvPr>
          <p:cNvSpPr txBox="1"/>
          <p:nvPr/>
        </p:nvSpPr>
        <p:spPr>
          <a:xfrm>
            <a:off x="1028248" y="1299267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8D9C9A-A421-6912-B708-20DED01246CE}"/>
              </a:ext>
            </a:extLst>
          </p:cNvPr>
          <p:cNvCxnSpPr>
            <a:cxnSpLocks/>
          </p:cNvCxnSpPr>
          <p:nvPr/>
        </p:nvCxnSpPr>
        <p:spPr>
          <a:xfrm>
            <a:off x="609222" y="1209803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5FB149-A6F2-3A60-26A9-D37857162245}"/>
              </a:ext>
            </a:extLst>
          </p:cNvPr>
          <p:cNvGrpSpPr/>
          <p:nvPr/>
        </p:nvGrpSpPr>
        <p:grpSpPr>
          <a:xfrm>
            <a:off x="3445818" y="1299266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6E8757D-4CAA-CE94-B5E8-89D75136A64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35196FE-4E60-9F3B-4823-45AA5D250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60199EC-FAA0-464E-8B3A-389DFCCFA40E}"/>
              </a:ext>
            </a:extLst>
          </p:cNvPr>
          <p:cNvSpPr txBox="1"/>
          <p:nvPr/>
        </p:nvSpPr>
        <p:spPr>
          <a:xfrm>
            <a:off x="1028248" y="1709571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04FE5F-B961-5949-3567-9A54DB8A6DB7}"/>
              </a:ext>
            </a:extLst>
          </p:cNvPr>
          <p:cNvSpPr/>
          <p:nvPr/>
        </p:nvSpPr>
        <p:spPr>
          <a:xfrm>
            <a:off x="3445819" y="1709570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22E920-8032-C7FC-CF13-99503B123299}"/>
              </a:ext>
            </a:extLst>
          </p:cNvPr>
          <p:cNvSpPr txBox="1"/>
          <p:nvPr/>
        </p:nvSpPr>
        <p:spPr>
          <a:xfrm>
            <a:off x="4102894" y="1709569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01AC12B-AB3B-1C2D-FCB9-94BAE4C0C1D9}"/>
              </a:ext>
            </a:extLst>
          </p:cNvPr>
          <p:cNvSpPr/>
          <p:nvPr/>
        </p:nvSpPr>
        <p:spPr>
          <a:xfrm>
            <a:off x="4348474" y="170956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B4C94E-7141-7362-F908-49B4907AF813}"/>
              </a:ext>
            </a:extLst>
          </p:cNvPr>
          <p:cNvSpPr txBox="1"/>
          <p:nvPr/>
        </p:nvSpPr>
        <p:spPr>
          <a:xfrm>
            <a:off x="5005549" y="1709569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944AC8-F1AD-D022-4032-E8D426A2F5EA}"/>
              </a:ext>
            </a:extLst>
          </p:cNvPr>
          <p:cNvSpPr/>
          <p:nvPr/>
        </p:nvSpPr>
        <p:spPr>
          <a:xfrm>
            <a:off x="5251129" y="170956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B2CCCD-7D9E-8AFF-F94D-D3AD81DD444F}"/>
              </a:ext>
            </a:extLst>
          </p:cNvPr>
          <p:cNvSpPr txBox="1"/>
          <p:nvPr/>
        </p:nvSpPr>
        <p:spPr>
          <a:xfrm>
            <a:off x="5908286" y="1709569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4A4AB5-FA55-3A1B-A61F-042BF71479A8}"/>
              </a:ext>
            </a:extLst>
          </p:cNvPr>
          <p:cNvSpPr/>
          <p:nvPr/>
        </p:nvSpPr>
        <p:spPr>
          <a:xfrm>
            <a:off x="6153784" y="170956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AA04DC-3FA1-E63D-6B0D-00E57256BE87}"/>
              </a:ext>
            </a:extLst>
          </p:cNvPr>
          <p:cNvSpPr txBox="1"/>
          <p:nvPr/>
        </p:nvSpPr>
        <p:spPr>
          <a:xfrm>
            <a:off x="6810777" y="1709569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7CC2695-A243-F71B-1858-CE49E1D783B7}"/>
              </a:ext>
            </a:extLst>
          </p:cNvPr>
          <p:cNvSpPr/>
          <p:nvPr/>
        </p:nvSpPr>
        <p:spPr>
          <a:xfrm>
            <a:off x="7056193" y="170956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B2F10C-FECE-4F04-EC44-8A90C1A67B5E}"/>
              </a:ext>
            </a:extLst>
          </p:cNvPr>
          <p:cNvSpPr txBox="1"/>
          <p:nvPr/>
        </p:nvSpPr>
        <p:spPr>
          <a:xfrm>
            <a:off x="1028248" y="2122917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9BBAB7B-9E9B-9600-7092-B4C834FCFCA1}"/>
              </a:ext>
            </a:extLst>
          </p:cNvPr>
          <p:cNvGrpSpPr/>
          <p:nvPr/>
        </p:nvGrpSpPr>
        <p:grpSpPr>
          <a:xfrm>
            <a:off x="3445818" y="2122916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0FE473A-3623-CDE8-5C72-7E5689E1B7E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8923B4A-E082-E8C5-BC8D-67153D3B9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C5438BC-E23B-B31F-581D-587FD68EE8A8}"/>
              </a:ext>
            </a:extLst>
          </p:cNvPr>
          <p:cNvSpPr txBox="1"/>
          <p:nvPr/>
        </p:nvSpPr>
        <p:spPr>
          <a:xfrm>
            <a:off x="1023120" y="2782647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C9F261-BF24-5B62-79F3-C18798506E2D}"/>
              </a:ext>
            </a:extLst>
          </p:cNvPr>
          <p:cNvSpPr txBox="1"/>
          <p:nvPr/>
        </p:nvSpPr>
        <p:spPr>
          <a:xfrm>
            <a:off x="1023120" y="3215858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89C5B9-9468-90DE-82AE-45F81F38788D}"/>
              </a:ext>
            </a:extLst>
          </p:cNvPr>
          <p:cNvSpPr txBox="1"/>
          <p:nvPr/>
        </p:nvSpPr>
        <p:spPr>
          <a:xfrm>
            <a:off x="1023120" y="3649306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30430C-9DCE-F83D-D3A7-F320642F7915}"/>
              </a:ext>
            </a:extLst>
          </p:cNvPr>
          <p:cNvSpPr txBox="1"/>
          <p:nvPr/>
        </p:nvSpPr>
        <p:spPr>
          <a:xfrm>
            <a:off x="1023120" y="4082517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FA57E8-676F-94D8-13FE-2F77943BE496}"/>
              </a:ext>
            </a:extLst>
          </p:cNvPr>
          <p:cNvSpPr txBox="1"/>
          <p:nvPr/>
        </p:nvSpPr>
        <p:spPr>
          <a:xfrm>
            <a:off x="1023120" y="4515728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B7EA27-E457-7A84-B124-5694E918C85D}"/>
              </a:ext>
            </a:extLst>
          </p:cNvPr>
          <p:cNvSpPr txBox="1"/>
          <p:nvPr/>
        </p:nvSpPr>
        <p:spPr>
          <a:xfrm>
            <a:off x="1023120" y="4948939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F06DC60-0D66-2796-0B0E-7064F9AAFD98}"/>
              </a:ext>
            </a:extLst>
          </p:cNvPr>
          <p:cNvGrpSpPr/>
          <p:nvPr/>
        </p:nvGrpSpPr>
        <p:grpSpPr>
          <a:xfrm>
            <a:off x="609222" y="2777710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148B4A3-F2FB-AB24-2FD6-3F1F6620B7C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5304E479-4351-E2A8-886B-655474BCA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F18254F-4570-8E8D-6358-B9A87648D542}"/>
              </a:ext>
            </a:extLst>
          </p:cNvPr>
          <p:cNvGrpSpPr/>
          <p:nvPr/>
        </p:nvGrpSpPr>
        <p:grpSpPr>
          <a:xfrm>
            <a:off x="609222" y="3215858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45CC331-D0DF-9BD9-15F0-29CF07DF063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676D430-0FC5-3A20-5645-351B57DCE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E4AEB04-9A32-0776-57DD-D22E42D3EEE4}"/>
              </a:ext>
            </a:extLst>
          </p:cNvPr>
          <p:cNvGrpSpPr/>
          <p:nvPr/>
        </p:nvGrpSpPr>
        <p:grpSpPr>
          <a:xfrm>
            <a:off x="609222" y="3649306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0CAD186-FD51-859C-6074-667507A33D2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46E28BD-DD59-DEA8-D464-507E9AC93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0DBF971-0A23-996B-1FBA-5D2EB530F92F}"/>
              </a:ext>
            </a:extLst>
          </p:cNvPr>
          <p:cNvGrpSpPr/>
          <p:nvPr/>
        </p:nvGrpSpPr>
        <p:grpSpPr>
          <a:xfrm>
            <a:off x="609222" y="4082517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475985D-EEC7-2A49-652E-508F827A195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4FFCA5C5-0F1A-3AA3-39C4-75BF6D82B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279DAC8-E031-2D21-46C2-50F25BF276BC}"/>
              </a:ext>
            </a:extLst>
          </p:cNvPr>
          <p:cNvGrpSpPr/>
          <p:nvPr/>
        </p:nvGrpSpPr>
        <p:grpSpPr>
          <a:xfrm>
            <a:off x="609222" y="4515728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AF870BE-8D5A-51A6-F7CD-451F014BBBC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9072FF00-FD73-893F-4065-A3BBE2B60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8C275FE-243E-4405-017C-1309238038B0}"/>
              </a:ext>
            </a:extLst>
          </p:cNvPr>
          <p:cNvGrpSpPr/>
          <p:nvPr/>
        </p:nvGrpSpPr>
        <p:grpSpPr>
          <a:xfrm>
            <a:off x="609222" y="4944002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6D47EF7-65E4-BDCA-BE70-08B2482D08D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74777FC1-461A-9BB3-6419-16FFFD125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7A32536-FED9-DF78-9A33-1C367161D4E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CB8041D-1A40-E527-04F5-15AB8E2A4F4B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39F2A-E2DB-5109-29EE-4FC7CC4C60A7}"/>
              </a:ext>
            </a:extLst>
          </p:cNvPr>
          <p:cNvSpPr txBox="1"/>
          <p:nvPr/>
        </p:nvSpPr>
        <p:spPr>
          <a:xfrm>
            <a:off x="1023120" y="5356563"/>
            <a:ext cx="2069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Configuration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0CDF6B-6703-2ACD-6614-7DF1DABE96BF}"/>
              </a:ext>
            </a:extLst>
          </p:cNvPr>
          <p:cNvGrpSpPr/>
          <p:nvPr/>
        </p:nvGrpSpPr>
        <p:grpSpPr>
          <a:xfrm>
            <a:off x="609222" y="5356563"/>
            <a:ext cx="280676" cy="281936"/>
            <a:chOff x="609222" y="1060609"/>
            <a:chExt cx="280676" cy="28193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9AE5077-3CEB-6C8D-3425-708E55DA7B4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F4C5E62-ED4A-AD61-31E3-A50F78F58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49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8ADB-7820-864B-8A30-257CE288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FF37E1-365D-9808-F2A6-F7FEC5FE74E2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DFA25-98CF-C1DA-549A-427F9998D292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4C5183-4E9B-5FA4-1908-F4D2538FF6A3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419C8AA-CA88-6357-13D8-17BC3E541080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E08A2D-045D-3CDF-F771-EED532E295A7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C66110-D852-57F5-B434-D1CA54F70CE1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B696E645-7C96-79EF-C0EC-69020A50D9CA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87A692-DAD1-AC49-41D9-B19FAC977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F8B635-0F20-E89D-CEC4-AD5F094C30B8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E69203-6FEA-9D9F-C810-5EB7D0B40BB1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69BD0DB-03F5-1EB8-53FD-8D5C617626F0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80E63D-D6C0-52B4-F050-63D84BB7625E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51E6B8-764E-71A6-9099-BA43CF1119B7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312F78-CCB8-C798-91CF-4659AE14550C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C5CFE3-DB7E-6AEE-6930-99E3DB271E30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97198E6-F49C-AAA3-BA4E-AD08D9DAEE1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DA940B-E77A-9100-0D3C-0706F98613E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5096CD3-EBBE-54BC-A445-65162114DF07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BC086BF-5877-FCB9-3ABD-D0179434F03C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7D4EE89-ECED-D37A-B234-D7AD0ABA6151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049A81E-9F5C-6355-CBEB-16E4B3BD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2BDDB29-6365-960F-4DFA-06C195DA5150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C333C1C-80A0-18E9-7ABA-67D0EA0298A6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B5456E78-D4CE-669E-EF5F-EA0090F8B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9BE474E-50F7-B6DF-75D5-22D794EB27C4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EA0CB52-9588-C1D5-8029-AF7435B86E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38D342C-50CE-FEA3-E17F-2EBDB1545400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95228F-FB16-C3BF-63A2-61A1CA82B2FA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FAEB1AE-37A8-8809-B17C-0DC1A0CED1B2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09534C1-B913-56AF-368B-75AE229F9481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3E942E85-6B73-8B21-B275-C1A98F31ADE5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45007D-7E8F-1CDF-C509-46B76E364C3A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299A63E-9D7A-0FBF-82C7-4727F647BA09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AA58E3-9E48-D9A9-05E6-7120C3438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E0BAFD8-817E-E79F-7397-054E3A16C85D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CBF08B-EF0F-8C8F-BFEC-DFE306A181DD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3A64578-885C-D0D2-5768-6054503BEB3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B405996-F752-F8F4-EDFF-3E34D09C76B8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8C0E148-58BE-DA1D-2E5E-5D687FBC0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A5373C9-FF93-35C7-F52B-5476BC450479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A27950-4090-5164-AD15-8ECE910F19CD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BBFB0B-7BAA-634F-12D9-F46602B71C82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9A31DC-AAB8-4E8E-D988-7360791B116C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DA4272-751B-BFBB-CEB3-F74BCA54B024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A95571A-BBF1-9572-65BE-71BD8D41B2BB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1E9725-743F-9F69-1304-32064E4AFA8A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0335E76-09DA-5BC5-5BEA-A6EB86CE22C4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A73FF1-7D30-01B8-1486-CF315DA4B8AD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FFCDCE-1C06-2988-05D7-8E7A275E949B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77E227-E7E4-0986-CA04-6E2E69BDECB0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52B92A5-5E35-8BDA-F93E-CDFAC1406162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8393B80-E6BF-B756-476F-6E7C41D799DD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E3A7937-87D3-3AF0-EF6F-DB07C2F42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41074F5-4A87-FE58-BB51-FD6973A72A70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DBB72A-243C-BBB6-5573-CE701AE8C962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08901D-0894-5D0F-25EF-996EB8234648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B72706-972C-258F-DFF5-94541BF3CBA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E7412E-0F66-5A63-B150-1EED286D8421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A67648-3916-C0A2-D2D9-50B133E4391B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FA8E114-C398-AA6E-79DD-27F5A00241C0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BF76CAA-D5D3-40FD-ACF3-44EA8EA62BB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8E99A07C-35BD-2DCA-AA85-D72DEDDDB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895C742-A96A-C7F7-19EE-EDDDA66AEBF1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BA45D43-9C60-B529-7D38-E5D1C2E9F71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FEBFB41-818A-CF30-DB14-EF0806D5A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EBEBDAD-0D35-CEA3-A0D8-5EA2405902EC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CFEEF1C9-8EED-3C35-B268-E96ABC6FE7E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3C71C1FC-B41F-42A4-3238-573A1B0C6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0E02F18-D603-A010-4459-EF3B23573CAA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E6DD476-D6F6-C429-E590-DB1EEB329CB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6528EEA1-AA47-C1EE-C0FF-FC821FA12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15E9633-8171-E225-89D4-53C30275261A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1D43BA43-8D43-C7A3-1996-2C14E8CB86E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499CB93-5200-B3F3-BDBB-ECD2C6A60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8B0BF30-6428-2E2F-9A05-8C46A8B06F5E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9B6C68D6-8FD1-8853-686E-0DE17623830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B0C96A3-09F6-9477-FC15-D290DB95B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A6F9CFC-0FA9-0FC1-EB9A-6633C93408B7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B14813B7-C546-AA86-31D2-4B37722A0980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A9DB83-E136-9CB2-0013-634DC5D6AAFC}"/>
              </a:ext>
            </a:extLst>
          </p:cNvPr>
          <p:cNvSpPr/>
          <p:nvPr/>
        </p:nvSpPr>
        <p:spPr>
          <a:xfrm>
            <a:off x="1365264" y="2462955"/>
            <a:ext cx="3023544" cy="5347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000" i="1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 Product Key to activate Windows.</a:t>
            </a:r>
          </a:p>
          <a:p>
            <a:r>
              <a:rPr lang="vi-VN" sz="1000" i="1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Leave it blank to skip Activation, or to active with embedded key.</a:t>
            </a:r>
          </a:p>
        </p:txBody>
      </p:sp>
    </p:spTree>
    <p:extLst>
      <p:ext uri="{BB962C8B-B14F-4D97-AF65-F5344CB8AC3E}">
        <p14:creationId xmlns:p14="http://schemas.microsoft.com/office/powerpoint/2010/main" val="136082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D73C-3B89-A279-452D-873E0879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53186F-D2F7-B82D-2A95-28533047CCCC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4D7F72-96A5-19F8-3E3F-5BC267B459A0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4C5CDC-F3B0-8212-E76E-12304D202DD3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AEA0E9-0D6D-CDBD-5E4F-EA4ABB666886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CB42AD-8492-C63B-4289-4BEEF803217D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21005A-C7AC-AFB7-0B2A-357A6266390C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BADB72E-227D-BA91-142B-38F5ADC91AEF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B2B916-EC43-D0E0-9CF6-DC2ED55B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73572B-829E-A15A-8FC8-E98FF53BC07B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2CA4487-25CC-9B72-B09A-BCA2594AE30E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070EBC-C0F9-639B-907A-68DE30C8D022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4336BC-FC1A-E125-CAAE-C1685D768EDF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4FD134-27AE-6A08-36FB-387A4F8A1A75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C7C9C2-203F-D05E-06C3-2EB361968FBF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BED15F-E0E0-0E16-40EF-F325E1C2492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C9F217A-A2A6-61DC-77C9-5962386E05D6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402C2C-8861-85EF-066F-D0E012B9425A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8CF9061-4A09-1495-C3FB-ADA7B027FBCC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1232C73-EB8C-3519-5333-5C1B1D17856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A5D105E-2E60-1F73-3A60-688C208C3469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9A430AA-A1F8-9378-0534-1FDA3A870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BAABEA9-EF1F-057A-7CA8-CA1F8FBD3F82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A23F846-8AF9-DE4C-529D-118F492384ED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F65CCD0-9190-3CFC-763E-25747BAC2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A534890-5A59-5473-02F6-2CF879422E3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585338E0-FA74-4D44-D7C3-549610ECF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8B4A92D-93C5-6D4D-0172-A0EB816C3772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2B39720-A9A6-314F-A06A-FE0AC558E4B4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3D510CD-5F7A-DAB0-8587-966F9A679DA1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CCDC9D7-5ACD-0786-9D11-2E80A0DEFA3E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525AA67-B2CE-D23B-8CEB-4C5E9DFBFC59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CF5BC4-3361-0769-DA67-EF026AFF54C5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D66C5EF-D8F7-B447-4BDF-7955CE4AC2BA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B7D1A0-AF3B-E1AF-248D-D7EE3BAE6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FB1BC1B-34E5-0BDD-0296-97F64C0E3E7A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AA5DD2A-BDA3-0655-65AA-D162536BB63F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EA73A73-DDC5-73A1-3EC2-EAFCA1B1F818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38C616-DC24-EF97-41A0-4205698068ED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B061FE-2B43-DB5E-5EB6-6AD24F3B181A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BA2641C-32BE-8FAA-7E74-6AC41FE9342C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8F9E93-6AB6-F2C1-F6FB-E6FEC4FBC952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30FAE3-BBBF-3F76-7E21-0519F8912BF2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222C65-9A80-3ECD-BBE6-2AC82C75DB28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93D33F6-A6F3-0B3B-070A-C9B09A0EB294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AF75F3-7CFB-FCA4-FBCF-DD829891D538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E6B361-E8DB-0840-92AA-CE24E3BB089D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594FA7-7446-0A7A-D26D-72D5B0CE7B40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8E53998-A96B-4ECC-57B9-BBCF446288DB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C8292F0-564F-37D3-E8AE-D2C750CF108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2E1933D-7F8D-1113-67D6-BC92085C1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10A5522-B3D1-FB29-D9E2-03679F70883B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349054-83B0-4F93-3F82-9A23ED7B6961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870D9A-2E14-2DD5-39A7-D93FD0E99D9E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F631D6-F92A-DCA8-A63F-9D26AC0CA37A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41DA9D-B425-C4C7-A1A1-4D7F1EF5C626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B5B3B9-2282-4954-DE95-416AE6093120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F91E49C-A1CD-A5F4-38F6-AA76F57A0E7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6A459EB-FDA4-D2C6-FF9B-B7F27EE0EDA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569AF790-2337-CB12-DAC1-8D027F5AE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8AAC936-2A0F-7DB7-71BD-858B3DD4C81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DC7F8CFB-AABD-D0D0-EE05-1E5BF888764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DAE9BA7E-D2A0-F89F-25A1-57C461F81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080F2E8-EBCE-45E7-4B27-CA33A807050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F858077C-DBF4-B772-7C29-24E5760A5AA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C6BFDE26-33EB-6447-5115-38FF2F32D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3CDEFDA-D999-6CEA-BB67-7080C9917588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6370D054-AAE1-EB7F-C61A-5A28533834C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8FB232BB-9C1B-7DDA-641A-3E2885B7B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E402840-4E05-73B2-00A4-635D3B2F5829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5F5FF204-01AC-868E-CB3C-BEC75846E28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8872E9A-2BFF-8E2C-2B59-044E7BF9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C7A336F-53BE-7058-7580-5621BFF97EAE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648432E-0F25-02FB-3A8F-6F379C530A4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59573BA5-AE19-F5D4-DB13-2A4298559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D4EF848-AC05-FF34-9775-4AAA3BBDA6C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9A77E65-3950-9E06-A3A1-D38936669DA5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AD74B9-A371-54C1-EECF-578B204411CE}"/>
              </a:ext>
            </a:extLst>
          </p:cNvPr>
          <p:cNvGrpSpPr/>
          <p:nvPr/>
        </p:nvGrpSpPr>
        <p:grpSpPr>
          <a:xfrm>
            <a:off x="3445818" y="1775654"/>
            <a:ext cx="4267450" cy="1377512"/>
            <a:chOff x="3445818" y="1775654"/>
            <a:chExt cx="4267450" cy="137751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40A1FE-8847-6D7F-243A-A3EEE7C9E627}"/>
                </a:ext>
              </a:extLst>
            </p:cNvPr>
            <p:cNvSpPr/>
            <p:nvPr/>
          </p:nvSpPr>
          <p:spPr>
            <a:xfrm>
              <a:off x="3445818" y="1775654"/>
              <a:ext cx="4267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7FC9664-2A8C-FDBC-4B0E-7C5EF2E22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0653" y="1848695"/>
              <a:ext cx="146232" cy="1524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841F3EE-7948-7FC6-6BBD-A9723B983CCB}"/>
                </a:ext>
              </a:extLst>
            </p:cNvPr>
            <p:cNvSpPr/>
            <p:nvPr/>
          </p:nvSpPr>
          <p:spPr>
            <a:xfrm>
              <a:off x="3445818" y="2052652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Home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560A13-50C4-855E-6D7B-4754B2E0D0A7}"/>
                </a:ext>
              </a:extLst>
            </p:cNvPr>
            <p:cNvSpPr/>
            <p:nvPr/>
          </p:nvSpPr>
          <p:spPr>
            <a:xfrm>
              <a:off x="3445818" y="232445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AC894DB-446E-DAEF-645D-C80C84230A68}"/>
                </a:ext>
              </a:extLst>
            </p:cNvPr>
            <p:cNvSpPr/>
            <p:nvPr/>
          </p:nvSpPr>
          <p:spPr>
            <a:xfrm>
              <a:off x="3445818" y="259930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Education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6BE822-5BEE-7E2F-19BF-E9E3802D9462}"/>
                </a:ext>
              </a:extLst>
            </p:cNvPr>
            <p:cNvSpPr/>
            <p:nvPr/>
          </p:nvSpPr>
          <p:spPr>
            <a:xfrm>
              <a:off x="3445818" y="2876167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Enterprise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30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E07F-92E0-8E4D-3520-38F7ED9D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84BE00-F38D-72EC-334F-8E17A4594968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FF3C443-4D93-8051-89C4-4122D7DFB998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CBB18A-F999-240D-5D1B-4564D7AF594A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1D4535-4782-DEA1-AEF4-9C929A06FF94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AD1D43-7382-FB02-45BA-1F1ED0E60465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15E073-146A-A9A3-7F56-F30CC8565262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349AAC3-14FA-63D0-BBDD-388AF86C9D47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09BE71-C879-B024-30B8-2F5A1F2E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718422-CEBB-A6FB-314E-D9605FF7240C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CB5908-3750-D6A6-3931-F1331DEC591B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061F48-7C5E-038F-42B8-13BC169C3B99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742EDB-FECC-20D3-F7BA-5053304E99E7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F0ED49-9E24-8C34-6783-294F4A10D272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FCCC71-1EFD-89DE-CF55-92E61B92D7E3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8C262C-9FA5-3A01-625C-FDB5A1CC28FA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4A421B-7E45-4327-FDC6-A8274113CE1C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50B91CC-701D-3230-B2FF-83DEC7037E6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44E86C4-77D9-67D6-60D6-BA3BF72C049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17061F3-E121-C0D8-1B23-0EBFE8514139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B3A8A06-B317-3266-3643-BA375139116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02F0023-8836-821A-7D42-3087CDD7B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289F5AC-A02B-5069-9E4B-C20F874FCD8F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D8615BA-D934-48E7-D8DD-F395FC6BF91E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94AE9DD-A562-BE37-9190-89C9CA71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6DF18918-4FED-2932-B9AC-E8193E9CAB66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3E5348F-66C1-95A1-50D4-FDDA4A9B80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97481D-5885-1BC5-6575-AB552AB09B5E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8E0CB7E-8560-70AD-382D-AE3C9EECD02E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21C3503-FFCD-A31C-4678-F604C17B104A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B60995F-A610-143D-6D79-47178323FCC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619B528-1DBF-EFF6-4F30-B5427367457A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7D99BF-A616-6DB5-C113-AD72CE3D5035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A8D6E29-4038-DD7C-11AF-95A9AF774B21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9A6563C-FE37-3F0E-682A-9F3BE37E8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064B7B1-FEAD-7F27-5DBC-DBA5DC193F29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04349AB-BE1F-13A9-DEDA-EE14DC3FFFDC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64B6703-971F-FBAF-D002-3B3B40F6A5D8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476A1F-B080-E14A-FBA6-B108C506C276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DBA245-F1E6-93B8-5FD4-5113BE1F72F3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C91FA38-B0C9-19C0-251B-883EE40D79F5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AE2487-6F96-3F19-ED10-DC16A090E59B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5530EF3-16B2-C53E-B007-22C043E8563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F6B3C9-DC0E-B5B4-7BFC-C3094F8C0D43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D70A4A-088D-FB47-2CCB-109CB277DAAB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418D2E-9396-19A1-E889-57A7008A9551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FFFF6A8-3961-6A46-0221-36C12C866E42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922E96-2D4D-5A54-D7D5-415B78F4D925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411C377-334D-C230-7368-B0893BB324C5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20B0D09-AD66-F318-D59B-3DE4C283DC5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F41E2F6-A860-F4A6-1288-DAB3A7181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0D7945F-AC38-F4B2-DC6B-0F44163A42F0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7BE421-1816-02FA-2F32-21ABDB931578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098A48-07C6-0F78-9E09-CBCF9F9A83A2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D8A6192-508C-B48A-3551-C44EDB8AECD8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93044F-30C0-F4C5-9969-BB9E5CA0B34F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C9B6CD-472D-4211-DFFC-D16652F38562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ED4B082-1B90-C4D3-62B9-9328DDC99B9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64DFA2E-D30D-F2EC-D581-74B108536ED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9421A5D-8F78-2426-2E67-864C5E259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69AA99F-776C-67E5-E587-9010A15FFED8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3155F135-391D-CBC2-AC2C-96F7C059AEF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BD398F7-EA68-DCC8-0C81-D331B8AB0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FA62270-AF5E-6EA4-9B55-7F7980022544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4E4D4AF-CE8D-2822-7D14-01EE95221C4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DC81957E-77BF-A3CD-A0C7-9F347DBCA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DDBD957-62AD-9CB8-3EE1-73D228B46FF5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5F6168E-5DC1-A74A-DB03-097DDA73492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902A597-AE31-DE23-9A5C-4CC290C6A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C1A929A-6C67-088C-4CB0-A8A101566800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42F9DC3D-54D7-C7BE-8D2B-656EA5CF00F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377B814-91DD-2640-F51E-95266843F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EE2BC60-D080-8A0D-A311-6C044B17B76C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DB67C4DC-749D-C12A-52F4-3BE5DED21D2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77F60D2-318E-F9F4-59C0-6D8DFFBFD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DE76EDD-FE03-31AE-3018-DCD3ED4E8E6E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39932242-12A2-DA53-06F6-7EE5115F3B6B}"/>
              </a:ext>
            </a:extLst>
          </p:cNvPr>
          <p:cNvSpPr txBox="1"/>
          <p:nvPr/>
        </p:nvSpPr>
        <p:spPr>
          <a:xfrm>
            <a:off x="1019239" y="6366406"/>
            <a:ext cx="595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Ready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1703994-D8C9-C885-6A7E-A8466911843B}"/>
              </a:ext>
            </a:extLst>
          </p:cNvPr>
          <p:cNvGrpSpPr/>
          <p:nvPr/>
        </p:nvGrpSpPr>
        <p:grpSpPr>
          <a:xfrm>
            <a:off x="3445818" y="1775654"/>
            <a:ext cx="4267450" cy="1377512"/>
            <a:chOff x="3445818" y="1775654"/>
            <a:chExt cx="4267450" cy="137751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119B828-4F98-8EFB-8A99-496F6D76A1CC}"/>
                </a:ext>
              </a:extLst>
            </p:cNvPr>
            <p:cNvSpPr/>
            <p:nvPr/>
          </p:nvSpPr>
          <p:spPr>
            <a:xfrm>
              <a:off x="3445818" y="177565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0D7AD0A-7917-2317-E71E-73772E805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0653" y="1848695"/>
              <a:ext cx="146232" cy="1524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1351720-7D27-5E6C-ECC3-3173FD49FA69}"/>
                </a:ext>
              </a:extLst>
            </p:cNvPr>
            <p:cNvSpPr/>
            <p:nvPr/>
          </p:nvSpPr>
          <p:spPr>
            <a:xfrm>
              <a:off x="3445818" y="2052652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Home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293B7E-CC62-5100-1DEA-E842A8B138C1}"/>
                </a:ext>
              </a:extLst>
            </p:cNvPr>
            <p:cNvSpPr/>
            <p:nvPr/>
          </p:nvSpPr>
          <p:spPr>
            <a:xfrm>
              <a:off x="3445818" y="2324454"/>
              <a:ext cx="4267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E97D73-1B6E-CD39-D281-FFD073E55CE5}"/>
                </a:ext>
              </a:extLst>
            </p:cNvPr>
            <p:cNvSpPr/>
            <p:nvPr/>
          </p:nvSpPr>
          <p:spPr>
            <a:xfrm>
              <a:off x="3445818" y="259930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Education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B15040B-A38E-F534-EF72-FAEC70F13F1F}"/>
                </a:ext>
              </a:extLst>
            </p:cNvPr>
            <p:cNvSpPr/>
            <p:nvPr/>
          </p:nvSpPr>
          <p:spPr>
            <a:xfrm>
              <a:off x="3445818" y="2876167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Enterprise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65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B1A9-5A80-DF54-6098-760846E6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AC21C0-5539-8743-4CA5-11B6553D27B0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67194-2FC5-D690-9871-DE4342A16366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6A89FF-4227-8169-6BD2-386A865050CF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CBC4F9-E453-7F58-832C-673F4CBDDBEC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5FB0F0-C97A-F00D-BEDF-FFE9EBC2FD3F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8CBFD-5B21-CEA5-14ED-711E21A9AFF7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995E2AFA-25C8-666A-2AFB-BC13768957E9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962CAE-DFC7-59F7-A385-D7D73EF15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8969D0-562D-20DE-D0C8-6D7FF6DA55F9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B10CF5-7CF7-8CDF-CE41-8F5B47C68C2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E9E7306-2B0F-D0BC-F35F-45C050A4113E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7E489A3-F1FD-E25C-FFA0-4484A14E6177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8C5773-D28B-2286-8162-E74AB6EC18A1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5279D9-DF8F-51DB-637E-0F9A6FECB8D4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845DCE-BC60-C2F2-A56D-E4031E3B4BB7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D99C9D-CC33-BD65-399F-074EEA2DD98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15F060-29CC-2CBA-17F5-921D4254E94F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BCEBB44-CF04-EAE8-547F-F3CA9A126D25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B817B5E-A248-4CCB-43A0-B9298F755A1F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5B5584D-D59A-C972-703A-A46256B7BA31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5E705A4-399C-0AEB-0B96-449CFE3F7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46B3D2B-E6DD-807C-CEA6-EE00E74BA673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663D59A-EF5F-50B9-1764-D556F72A990F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D03ED553-96A9-4244-68D2-19BAA4200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4B7BFAA-7CF5-69ED-37D3-D0586FEB34E9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D67387C-3618-4030-0D9C-B7667E7477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5612513-8C90-A728-4D78-DA06D5D25082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8EDBF72-BF29-B3EE-557B-A85EA672A199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7A8DA20-9FF6-D405-A0D1-DA00FD833E43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FE03C2F-80B6-8711-6273-D40F89C0B40A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D2D9EF9-4886-E0B9-79E8-63AD7128DCE0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019E8B-A4D4-854D-A986-7B84EE2F6A72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05AEDC9-FE41-FD1F-0027-511182ED8C58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F24D4F3-8EF8-9A1A-39FD-A0D9E25BE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815D5D1-EF8E-C5E4-8430-F86A98C5E9A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CD0940-37AB-378B-D2C3-2073A1977B3A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E2934B-FA20-571D-ACCC-2395C4D8E15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5B9158-BE8F-3591-42DB-40F1BEE673C3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EC65FB6-6974-3ED5-95F1-202D45177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DC654B9-0334-85E5-5E8E-E140DBD36635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8605931-A689-DE67-63DD-DA561CFE705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BEEF2E-0D7C-BC62-3045-21314A1463C6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E46329-8CA4-4CDE-A982-6C15F8DA60A1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7BB124-C029-9580-7CA3-111C410CA58F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548BEC7-437E-97CE-32AB-4BDF76DA0326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BF6B81-35A1-5812-4559-88B9894A0A7D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0E680B-C77F-449C-3884-FA8BCA9C2C92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FB0AFA-7E17-1EE2-E13D-6713540FCE4C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73077B-6079-1C62-667A-B6AB7E4A8421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237134-2257-71DF-EAC9-FC7F34C16639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9F77CF5-A458-3009-D801-6AD5E205D01E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40BB5C2-E936-1123-A521-29B90D922283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7A248D34-2A6D-B107-42FE-D6CD0E778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BD56A49-D933-9116-D89A-AA514323AC87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BAFD1E-02BB-54CE-9987-B84B46FF317C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0525C7F-97D9-D7D1-7AE5-706B47D4618C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97C73D-9AC3-7E72-BD93-B678C2085109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374D71-E5C1-3C50-8E93-328206391F9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320041-1306-D8AC-3AB1-6D1F442905E1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7B05BED-112E-18B3-36BD-44F2FC839F9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99B839E-F3F3-9536-3315-1E86BF43AC1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C29A407-4191-8C79-C21E-222FF946A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81FBAA-BB72-1083-6DBD-A409A1CCBFB6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BA891D08-96DC-D6F0-B7C8-4B9E7A8179D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EDAFF4D-B2BB-C10B-1212-CB731E090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F176BA8-D56F-7A9B-A8E6-ADCE227506A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D5C69CB6-746E-4791-3CBB-3601E217D5B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3013B8B0-68BA-E056-02DC-33712550A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5E4AD7F-8922-78FA-320F-9084F3FDB967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2538155-D483-F410-B93A-E23FC8C6AB5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2A16C2AD-F18F-B8E8-6EFC-F020A791D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C99B66F-F6A8-860E-84A6-323642422864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B90F6A41-A718-D5F4-8CDF-553B32B02CC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1C9D1885-FA0E-5DF6-EB9B-8BA0035D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5DCEE1D-43DC-812C-C085-E9A43B85B39A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5087B91B-9138-3590-DF86-22964C5F565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7D9C4ED8-9320-2100-8F1E-B906B8A1B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EB3777D-7311-B092-576E-BAE218BBBB11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7E54B55-0726-F5B1-6BE2-078CFEB15B41}"/>
              </a:ext>
            </a:extLst>
          </p:cNvPr>
          <p:cNvSpPr txBox="1"/>
          <p:nvPr/>
        </p:nvSpPr>
        <p:spPr>
          <a:xfrm>
            <a:off x="1019239" y="6366406"/>
            <a:ext cx="1780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6709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F29E-107C-ADA8-8B5D-90B0BE446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6DC18C-A9EE-73F3-3BA3-0B93E599E112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51F359-11F3-EA99-3A8B-9F5EEAC2FE7D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038755-8AD2-C316-EC40-6F6609C8E340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AD3DA6-D045-EAB4-B4F5-5AF3D2059607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3556DE-4F8F-D244-9E87-FBAFC44FC3B4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719238-3555-E680-81AE-8B1C2226116A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E2E7A6F-8728-38AB-69C0-B0B461C043A3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D1D56A-8E1C-76DE-7BCB-ED2F3EB1A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062937-8E08-BD9D-7B1E-8DA029B2430B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559FFC1-0300-F041-1D31-2F5B677F7680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E1B8515-A15D-3A9F-38CF-A1E9231A7E0B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4D271E-3E0F-499D-2748-4825951CCF34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BFD562C-B5CA-121F-E4FE-27A8F8CEB679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7877B7-F036-5F5B-3708-6A8DBFE75CBB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92888-1C61-566A-3E1F-E4FCF6FEF615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B7E267-FAB7-37DA-4BAA-D25009BA257A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8E9BDD-3B66-3738-3429-79EFA8B1A2D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EC4F91-8B6B-4AA8-8734-681D8F61B58A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5645A30-1979-5055-C342-539C5A1F038A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981B100-A4EF-0185-EB25-457FE16DE097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390C8BC-37D5-37BF-35D1-2C0A6D453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5070743-4CD1-943F-8A7D-B30665ACC74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A0DC960-DC05-AD48-A4F7-18AEB6B62CD5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63CE9730-C7F3-BFC2-278F-0217A8D7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03FFBD9-329C-747B-FA94-DE835FA6E984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91A2629-6AE5-1583-7E3B-B9945D7701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D54D544-5AE8-BAC8-568F-FF70E9E16FEC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C0B2BD2-7B06-A206-47EF-A69B6CDA8A66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F25319B-3AF9-9696-DDCE-3A06CA3AA730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B0FCB8B-F3E4-4BCC-7D7E-E7487393214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2EDF2566-CF4F-7810-B9C3-F69304C5FACD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53075A-02B7-312A-89A5-57EC50FB7613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03422D8-4C0C-BB37-4041-E0F9979BF764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5FEFA22-AFDF-787E-0783-E21D72140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1C631C2-0DC4-50DD-11EC-6318B896CAB2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6AE25B-FB14-D723-ABE1-7FB40AE0F43D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17F23E7-A890-2F6B-857B-C0557F5FD642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7165C-31F5-95A6-3EEB-DDBE3A6A7C5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E1B5C9F-8B09-269F-C8AD-053503002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08C2E44-D327-CC24-3D9C-883CB50F9A36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173F85-599A-EFB9-6B8E-BCA598FBD5DE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D39F06-0E3B-D4DB-910B-FABE9C744C73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4356AEC-5F41-E859-0A6D-58C07ED7ADDD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A59078-FF19-874E-8C56-52EDEB73E24A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9CF06-55D9-9513-A19D-F3288D9CCB9E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D5C876-8137-7789-CFE8-B10E0861F142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5AEFD1D-C379-DCA4-9EF5-EE85853BADA1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B2E674-340B-2F9C-F880-23EC886F2BAB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E20ABF-0F3B-4352-A608-0EE10B0582B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0A2521-6195-201F-C42A-9CDAA9FE1C82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3F1F440-0A73-B43A-B04E-D23541C2B1B5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84863D-01DE-B089-C774-11EDA4D291A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ECE0C9D-4D2F-C5BB-6C72-414D8C432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5515DD5-BC96-4882-DFAC-C0348D755A2F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F09D28-EDDB-5C10-F6F8-9BAB68626CC4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66A297-DF96-08FD-506E-34FA2420E893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8F3EA2-0031-1B49-BF2B-949D20358656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208956-4FAE-1A03-5571-78B145B96474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D5ABAF-8D17-5122-9F55-399F8E404EC2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45A7EFB-879D-3515-7418-F7B88E7F945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C894012-A78E-D275-F85D-510C938C36D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8201196-9F0E-1EBA-F05B-7542C3D67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AB86A06-5B8C-0F6E-DF88-37D573059309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B8FFE1F-8F27-5875-F716-36F3C74029A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806523E-ED60-3244-431F-E9572844F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70F64A0-0202-9915-A6A7-CEC43D2AF0B6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576772C-A121-7231-E2D1-FDC2FE08B0C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43385387-2941-5ED9-0944-256728345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53BCBAE-FC26-04C5-2CB0-6A951C088CC2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DC75A96-B506-7459-ED72-18DBBA9A993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43696469-F395-3960-CB05-6C51D4EC8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48BBF79-BFD9-559C-C551-3DD96372B1A5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4F8F799-13C2-6C41-2B3A-5B54BE850F5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9C4FA469-0BD2-3E71-837B-B998EF010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CA96E53-073D-274B-64E5-06CE4CA28558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75EB2BBD-381A-50D9-EF38-C686218AD32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A828893-3600-7206-C6B7-5F2C0C231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D8FDF33-7986-9AAA-B59D-F145AE43379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3ACDDA4F-B93B-AF55-2299-59C1D7B8D1E9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843392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7F0A9-EE6C-50CC-3F23-A3E45762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8D5340-364C-EA30-C160-B44417EDB9E6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9DA437-61C6-D12D-5F0F-0ADAC103B68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A913C9-EA1E-9776-ED95-BF3E8C3212CF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4AB036-671E-6FBD-39F1-10E502C4DD48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C34094-3E4A-0D89-95F3-8E5CD82BA47E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B24FEF7-8745-158E-C01A-9346519BF133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CFC8E1C9-9335-6C67-123F-0FDEB84E631E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7047CA-1B72-C95C-F3C2-0CA839D2E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9B0A18-62C4-97B9-8F47-CC016C267D73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E16927-CCC4-74FE-2755-3DC3F0F09305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0E2666-3AC6-7EC6-985D-7A6BCB0A31FB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685B3D-50F7-C9B1-99BA-E0D63A6C1B71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6AA146-CF47-84F0-26B9-9564D895DED2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4653BD-197D-39FA-4E6A-969962F262F2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D8C791-92A8-BCF9-FF65-F41ED870F3C1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C719AD8-C8AF-914E-2D14-FA2C9D579BBF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3790AF-EA4E-CE80-319F-51F0DF3E3FF7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BB08ACD-18FD-56B0-B104-3172CBB56887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950E2CF-B8B0-0865-F358-244C374FD943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4EEC6FB-5032-999A-90D0-2720BB706210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2FACA378-0D1A-1B87-79C3-391F0F279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284931E-D3FA-9CD3-1A3E-1860F5C38C7D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BE49E9A-5A01-7000-8373-1CC2EA1D2012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4252AA76-988A-218E-8B11-D541BD943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01524936-216B-5C1F-CE4F-AD446BBFB04F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017172F-708D-9CCC-056C-723636680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93EA31F-9DB6-A800-F6F6-6CCA26C9A0A8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D34D0A-8628-6BCC-44B7-D840186C70B0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6A52CDD-A390-9C3F-8585-572BA23949ED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436D0F1-76FE-7F0E-CE0A-B24BE90F8064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30FBD9A-8AC1-0993-99FD-120A20BF01DE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11BC0FD-1D98-4BDC-3753-DA61CA47D9D1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CA936FB-749E-10AC-D90A-3356919FAB85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096F03D-2AB6-6966-8F2A-14AD43568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3C828E9-0C5B-CBEC-C03C-E2A2D6E6A84A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D3A6CC-E401-0DC4-1C14-DDB406E60ED1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FFC374D-9B6F-694B-D066-C3A2BC86F28F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80104BF-125F-FAF6-63F2-074559F5DB50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884B6B5-03A4-3D0B-FD7D-4C9089B3E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FAB2915-59F6-4CE9-A6A6-0A3CDBDDA5D1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5864DB-36CE-E309-BB2C-9F9CAB158D3F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B96C1F-A301-3984-BFE9-EF6500CFBE4F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145BF2-1495-C346-39EC-8EFBFD5576B8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AA5263-C419-3C3C-DA0E-11F70DAFA9A0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8F7A40-F0C8-C807-EA85-B95F87FF198E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CC123A-8D4B-F1F3-A607-3B2B5C0BFAA0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22C8A91-B7C7-70CB-5BF9-48C6D15EBBC5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0663A5-B039-5503-D17A-E37771627C88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EC865B4-5D22-F461-C4B7-59AD1E3ABB35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DDD003-D9CE-DF2D-44BA-18BCA52799CB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617CF53-A1CB-94DD-684B-777D087CFCE0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97AB26F-909E-AE83-40D2-F79BA6E4C60A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7C0E39B-47D2-7C31-F1B6-DADEF06F6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245F61D-5CC9-D034-E931-6C00056087D6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4F9212-0E52-34CE-535D-C5061F3F7F35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3DF2EB-76E3-A40D-DFF4-DB3CE40B63F2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9E349C-F30E-01AA-A7F7-94F3FAA665A2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F8AAF9-C4B5-8A78-52AB-EA465B4FED6C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0BDD7D-E906-9CE1-983E-67E06986EE28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5D74640-798C-CCF0-00E0-F181CB6D019D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3E13B15-6508-EB51-DA8A-83FD700EEF6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E284830-16BF-E52D-DD3E-1DBCF02E6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150020E-883A-4F65-5CF5-F509E6B43ABB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35FB17B0-2C29-4833-3C84-86F524493BE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C955B96-860D-7DE9-FAD8-AA6DA4BB8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7E763B-CA3D-AC4A-C259-BE2636FD55AF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29DBB3EF-748E-022D-E27A-1F4DDD39E56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A210389-CDAA-A7E9-1F60-60E550157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7AE9164-ACCD-4039-ACF6-7883553FE5A9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9AC5140-B1BB-7330-B17C-9FE1888DE91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CAB67AB-630F-478C-C209-C77A9B71A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6C806C4-DC10-FE53-D877-C87E582D4C56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70194C7-FD6D-09D5-1B79-33CF645D0F5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C7673428-552B-DA1B-3821-FBE0BEA10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945DC02-BDBE-7B6F-06CE-19DAC8800395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2A2CEAC-1C5F-2031-942E-59D34B9CCCA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3239F686-8CA7-51E3-8801-0D37F5D1D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F8A589E-27C7-4F51-D6F5-25F3DBED0A0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2CCEBD9-A959-1D52-EE7E-6E7CFEBF6C2D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2119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158F-F7D2-7684-A11A-1046DB39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7C97B9-0AB1-10C8-28AC-F1BC773B35C3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31053F-C9DF-2853-B041-9FD20EFCB165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4312E9D-C667-9D38-09C0-6D41FA1A3C8A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CE6EDC-8F81-527A-DA30-268D5CCFB306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D79726-385C-E687-2424-508E1813A659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B8894A-B5C6-21FF-2B99-ED97972F168B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03F3C81-8C17-3BA6-F55B-B87C0EB20368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2F2EAD-2F07-E4E7-BEE6-01ADB42FE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A62C40-1408-0981-87D1-8C3A87605EFA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DAD2AB-98FF-19C8-87F3-E030C79E8CA1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45C6B52-BBD3-F1E6-1316-73EDB5C45A06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9B84AF-B5BD-58F1-C67B-C2785DDC6F27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24D590D-FDB6-E670-193E-F0A0E145FD80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C03EE2-74FE-D8C9-9B74-3AE9AA3F837D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7BEEBB1-E94B-DB83-734C-88A761C541B7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C2541F-3A73-6E6F-C512-E31259A7F712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954768-4D70-953B-FFC0-F8CB933091DB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32CF9E-4EA5-C78E-656A-9A8B3892037A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D5F76D-3E0C-B563-B46F-5C4D730ACB41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A193538-D629-D620-0441-0D649315B3AF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2F9E1EF0-8142-5911-EBAA-DE335C6B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47CFB2E-422F-7C72-146D-38B6FD449410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C9358F2-6587-96B5-3B61-C93798F6E86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6E6A690-28CD-8262-A19C-2570EF7A0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1C2CAEA-9487-E8DC-204F-2E18944AF1E5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9C885B4E-D574-65D5-7CFA-3DB9E8CBFD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EDE834E-DD63-8DC5-C5F5-7B35629BF70F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4EE3602-8122-C4AF-8695-E4426619E127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52D248-71E4-FC15-D584-6C18FEC5D95D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E23A28D-3C64-0DA0-6195-926FDCFAB0F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568A081-3B38-5B52-5BF6-450021F12374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9CC446-F94D-315E-5DDE-8662FFE5FD04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E34C54C-7B32-1A97-0955-47BED2C08158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61CDDA-47A4-E29D-5857-1A24F9E14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886A483-9040-EDA0-F358-A2E67BF79934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22FA3B1-B396-11E6-1CB3-05A0BBC90ADA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02AD7C1-A064-8BA7-8233-D2AD52D23B0E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59A0226-27B1-7DCA-346E-1B404730E9E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80AF9E6-7067-5BF1-4BC6-7554FCB0C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6F75B63-3155-2432-DD00-5574E028686E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1D1B1E-49D2-A9F7-9C65-584839794202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D748CF-D01E-8E6E-DCB9-1229428FB897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0B0316-9013-EC3B-0C91-A56D0FFF540E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AE96E8-F00C-2D48-A330-C1A8AFDFCBA9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B28095E-BA4B-790C-B568-36B939FE00E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E01532-0793-5404-5A2A-08C37E9084AE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EF0425D-12FF-E4E3-D5D1-5D9D7B128AE0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EF900F-424A-4FF5-FD2C-8473838E1B37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8DA2D3-1F43-E10C-6530-1F9282D9F096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99A570-CF15-3452-0493-281A8FC321A4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B905CD5-F095-D16B-75A5-F487C0F83BFB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B12EDA-8C34-2CD0-200F-4750D92BD06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8C75853-F638-1714-F482-251A1738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D9E441D-CAC8-B538-6C32-962112F7065E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0BFA02-2D04-3004-017E-EB5649EB0BF7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3EA43E-67BA-F393-36F8-757A96FEE870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BF8C17C-CD26-D8E4-82E2-C3466AA1B6AD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1F3272-D5C2-DC39-52EF-2FC066B41D78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4C7B13-CAD3-06E8-BB62-C4BE58AE2BBF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992703B-0040-5643-410A-A333FF6247BB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D06FBAF-AFB6-C75F-D125-4F3C3D5CF2B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D7A2807-B7EC-99F4-02EB-BA6EEEA99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FB2EBBC-124C-AA3F-AE6E-80DC66EC30CF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29690F2-41B8-305D-E48A-37398009EA3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4CB84FAA-B181-1740-771E-78E2EDB04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BB50308-C155-A183-0AF9-F7830A53BDBD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FE7F11B-2B4D-FBD0-9E1F-E3FE15FA428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8642355F-D886-77F1-C2E2-75D4BB7FC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6026F15-D418-F3B4-B997-B64A7AAF5B77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A3CC6E5-6ACC-EB6E-C033-D2BFE9D07BE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13924D3-01DB-F084-6260-CF8803B89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96925D3-6109-4560-53E9-F8868E51D8D4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A1A38A2-1832-518A-A173-DB77862C870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C192F3A-E667-BFD1-F2CA-3CE2162A5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1A117A7-DFB4-2BA2-4C0C-DD43298B2408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761D2D4A-A3FE-29C2-C41D-23901701AD1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8BAD7F9-0E45-04D5-9BA5-305453C05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3D7C76E-C27C-3F20-5B0C-0EAB6253984F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2390AC59-3BBD-D539-64D8-5EF748C11253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47869F-A9C2-985E-4C6B-0F2A642F641A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73CC18B-D7FF-9AD5-1FAF-0593DB415BF3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BE781A1-DB0C-3452-1FBB-7EE28157B594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Multiplication Sign 38">
              <a:extLst>
                <a:ext uri="{FF2B5EF4-FFF2-40B4-BE49-F238E27FC236}">
                  <a16:creationId xmlns:a16="http://schemas.microsoft.com/office/drawing/2014/main" id="{C47DCE88-0080-480C-3A20-49CEA1466C72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918A25-6CE9-2FC9-628F-5F2C8263793C}"/>
                </a:ext>
              </a:extLst>
            </p:cNvPr>
            <p:cNvSpPr txBox="1"/>
            <p:nvPr/>
          </p:nvSpPr>
          <p:spPr>
            <a:xfrm>
              <a:off x="4928616" y="214884"/>
              <a:ext cx="509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Error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0D2AECE-EDA2-5953-0FD6-E6842F549C69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9935B19-AAA6-77DA-7AF9-276E9F11C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B01468-5BC3-8A95-FDBC-1EC9F66D33C5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Please fix this validation error: Product Key must be either empty or full of 25 alphanumeric characters.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6343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6641-2469-4C95-5590-BBCDF368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1C3C31-E4B3-CFE1-B901-94E53E69DB9A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7ED994-7F83-72EB-15B0-B307BEA134F8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2DCC1D-E78A-7EE2-E5D8-E3FF38520616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37F935-27D9-6D88-28C8-8EED492DF80F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2FC3DF-D841-C4E6-60FA-8278816E12F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B5F8E8-93CC-C03B-70CD-FD34C9546D8C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BEA78AF8-21C1-E8C1-04A9-9C63384B6B4C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51C5EA-AE2E-719E-8943-A49A675B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7675E75-8355-3088-534B-E1DA7A755198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83CE8C-818B-449A-5BEF-0D0DB9DEE9CD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178172-D4A3-6E6B-7F74-2E3A4500BF9E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2E5866-88C1-DF38-17D7-9F4AD1E25740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D73AB9-22F7-018E-B6EC-CB7BC3E991D9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06B99F-6463-F631-6F22-0B305DCD83C6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DB8C54E-FE15-5FA9-5F57-0193C22053C1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3EF5DA-4614-4157-EBE2-4E3590D391C3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0A29B8-3A5D-C58B-9BBD-DF45387BF8C1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A3A2656-1A03-1130-3A8C-5E66C279DA05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3802F2F-5491-62EA-DF33-2298DE28B59A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C52A0F7-BFB5-28DC-CDE3-E625DFA2B897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6484716E-2BEE-70D0-51EA-AF2EFC7A1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6057A1E-CF61-B4CA-6DD1-1218338ED7F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98FE6AA-5D17-2ECD-3A57-E5C71F7C8499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F02A9117-BB01-68D3-ED32-0824676E5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AAF038A-8A3F-25A0-80E2-AE118470FBD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432321F-C883-591D-535D-F06C1A83DB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C2DC6AE-7354-F059-6E81-473BA5CE3C20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AF5684F-4FAA-2374-83AA-A94855A86407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91C82BA-AB8B-3EBD-4F9F-900EE7256E02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E3F583E-D726-1AFD-482C-880188295228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A0D89C4-7376-84D6-58EE-B9048B3934B0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40A845-B1E5-F92E-2AE8-CB74A59EDFE6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FB231D4-F6AB-C49D-2B14-E60FAFEAF76E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7545E49-A13C-0F90-0C78-FDF74B0E5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180CD1E-BB61-C933-69A1-0E9545144FD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78CB094-049B-3E1C-8B0B-F3FEC8039F27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E05F95-1755-3649-10D6-266704F0B154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0265C73-5943-FE44-5039-0AB2B5F2187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1AE4E0B-27C0-12F3-10DC-E34312D87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DBCA46F-8154-E2EF-9BB6-9A5BBC1B8ED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F98624-BD7D-D3C6-70CF-69B9E12F7755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315BE3-9868-AF77-9EAA-BEA5BEAEAF68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5C6A6AE-9186-0B92-2426-8979ABCD09F0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7E39E77-F875-C170-12A4-F4EEB4587651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FA746AC-8DA2-DBB7-EBFD-EACD6DA36645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83336F-0198-06D3-CB35-E9BCBEBCE9D2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76A0DD-300A-BB41-01B4-476DD3A0BA0D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8D913B-B49B-938E-CBC0-226A215AF8FE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184936-1768-5CD3-D147-6F0BF4C37FC3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ED9F3D-F5D0-880C-5EB4-027CC9A44610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5D219DA-410A-4ED4-724B-084B799AC76C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738A911-F88A-9355-2564-E575FACAF218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19573150-FC8C-4691-4943-971A3075A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3AB0A39-09E1-A44A-0F7F-CB52FF49EE95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3BF84D-807D-0CD3-0D04-09E1A83F8D8D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7DC196-5C00-D5C4-8B57-1595F6475D9B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E979DB-4215-418B-CC47-9ECCE0CE367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46C66E-1139-6307-D129-FE8FE97309B5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918415D-9CFB-6407-DD64-D0B909FD5C0D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5B0048-22E6-8213-0FFC-423D6EA5B8BC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CF4E9CA-B56F-D384-D340-27721B40FD5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6EA68D8-6E30-9A5E-23A6-3DA8CDBFE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B7E4BDD-9DC2-B23B-5F89-5E12660DCBF9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5B65165C-6B22-6D8B-E2B5-320F7808051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ED51EA0-8337-252C-A4DD-88063DD39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EBFEE85-E3C1-975E-8C19-6BEB4D77B4E0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B600B79B-EB2F-1541-FF60-A0CA878B773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D66C992E-D4D7-8015-1C58-BE252B831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2F17209-4824-AF41-5332-C59C941B1D3E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63035DE8-8157-0F0B-B3D6-053CE380CA6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4D0F0D2B-C81D-3E6C-2EE3-0DD711030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EE81A5C-FACD-CE5A-CE70-7D27095FA1CC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11165EC6-8E77-4178-F233-BFC457C768C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7708ED1D-0F7D-FAE0-2D52-28118CC00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1C51236-E318-C099-5DFE-6B19D05BB5DF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2F7FC13-81EB-BA1F-F036-731EE7F0B1B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741929D6-E6C6-1D9A-8205-8FA62781F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7FAFC19-F022-9264-2C36-BB12C672A19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24CA00F-EB5D-4F7D-2A80-05D09F7141A7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16E8AD-0D10-AEDA-4859-EB6A56C492E7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2A32798-A059-1B1E-5317-B9ED069C48EE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8E42DD5-7C3B-B4BC-DC68-890E9AA5D7B3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Multiplication Sign 38">
              <a:extLst>
                <a:ext uri="{FF2B5EF4-FFF2-40B4-BE49-F238E27FC236}">
                  <a16:creationId xmlns:a16="http://schemas.microsoft.com/office/drawing/2014/main" id="{AEB9870F-2F30-339A-DBC4-79B558BA0715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84468A-03F5-E555-2A94-CEAD68368AD6}"/>
                </a:ext>
              </a:extLst>
            </p:cNvPr>
            <p:cNvSpPr txBox="1"/>
            <p:nvPr/>
          </p:nvSpPr>
          <p:spPr>
            <a:xfrm>
              <a:off x="4928616" y="214884"/>
              <a:ext cx="509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Error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D520E69-D787-DC35-2DEC-A808318EDB08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984173D-384A-B273-A3D4-3AF9842A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C00620B-0D4E-8B39-8FA4-E94C131C4ED9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Please fix this validation error: Product Key must be either empty or full of 25 alphanumeric characters.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4286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6DBE-B127-63EB-3F8E-4662E6F51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28C9AD-70DD-FD1C-585F-7F416B53129E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B76FA-DDE2-EDE9-927F-9E935DB50A65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DAEC45-F551-DB9E-07B3-7B7BF694D172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C0D51F-2CD5-5AA4-4BE5-75CDCAE7EFBB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AE98E0-9060-3A03-AB29-0EBCD2854FD9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9B5599-FBEE-6793-6F4B-FD03F4BDF5CC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382E00B9-4392-C3D9-F146-0D360BFA8CF0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460AE0-194D-424F-49AE-77423C676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666515-667D-52CD-80A0-0FF755C60486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6C39BD-56A7-ED4F-CA5D-E22C39471842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2BF029-841B-93C6-B025-0ACDE9CD5612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2074EC-3534-5066-91BC-5AD8A0935444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0F8764-5A4C-5C9E-1F0C-A1383F4E9F71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C598F4-82C4-F7ED-4E49-98C3BEEFD7C7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9329A8-1B1F-F23A-3B10-F9C97B843E60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B690E7-E512-2DA5-646D-99E15E722F7B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ACFF41-33E2-676A-5E7C-9F07D213EED0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972AC60-FFA6-4BD6-BCD2-C4ED5E89A8CE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6E3B078-8036-E13E-A63D-EDDA50F5476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2470E16-4324-8A20-4D32-777AAB70BAA6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6431394-6797-C359-CF98-CE8D3C44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31CA22E-E03E-65CA-BC2B-D873D0322FFE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CAAA7FC-B33D-2A1D-EC7C-11452071BD4B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254302E9-A19D-C7F5-028F-B6054A685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708DC98-0F95-A25B-CD18-ACD96A15F9C4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F508DFD-9FEF-81D3-9F6A-BBF2F2A7E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E14699B-940F-6711-40F5-DD7E860A2DA5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1602CD-2268-7496-FF92-E81BF70F37CD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4CA8A03-7C83-2662-2661-BA5AE8A0BFCD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1C4B447-36E4-3D9E-8842-32638CB4FFD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839EF3A-2601-DEDE-C021-FE1EE63E7B6E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9EE3FE0-BB31-EFE2-2F10-FAEFD5026974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648EFFF-E143-2469-D5C3-A23275E63720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190F6C1-A5FE-4085-BF5E-3A6890DE7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2DC7889-C723-4E2C-4D15-B3132E143F69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88CB19-B344-E0F7-8385-B7B12268423A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DE6B326-6AE7-86A9-069F-9FF24909109A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291257-79AE-FF02-5677-D2CA12171F32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68A6927-3612-201F-6386-83C670D27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FA6F5AC-C0FE-33DB-72F8-B951FAC3E29A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46A4DF-EBBC-CD80-8328-E1FDCD61B71D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C6EE23-24AF-3088-8763-5C2DCE91E0FE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35871F-7E0C-54C7-9996-ED9DF92B5509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89D78E-3CAD-0AD5-8CB3-2783C434670D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BA95FF-D65E-7B10-3A1E-C402116B2C9B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2BCEE9-1A24-1026-8D12-830329EFB5C5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F734D55-B9E9-388E-ACD6-5CD39C919C8F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79F645-EE9D-0BF7-9755-72A2A69C91A2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3593E6B-0D40-E0EF-1AD8-2585542CD593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816C17-8EDD-EEC5-8BFF-E286ADE4CF92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C5E4B75-33C0-0CA4-A7BE-A02013248895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2D419E4-4F4E-6A85-26CD-6E901FCD86B0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F835841-940A-BB48-A379-B4F935917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6F6DC9E-8FA4-965D-B7D6-1757F99E603E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D21231-031E-B2C2-882F-16613966EBCA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F819B9-C5DF-A1DD-5535-4AB031229778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E2DB94-6FC9-74BC-D567-EB1848829C6D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1E41C49-70BD-EF61-51B7-CCE741380BB1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05D0F9-6B26-7B64-5F67-7EF0A9099A85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DBA3518-BA55-10F3-B075-F960C1F1A49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16F043A-5080-324B-2B5E-CDAD5A934EC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136F4178-9A37-2F56-9374-09943FB76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EC2D4B0-FC82-9619-76B4-3F847169667D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1C6F09F-FA7F-A990-05DF-603C25351DF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28FF334-61A8-3349-9B48-8FD63654D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85420D3-207B-5B61-0025-B351C5F50B88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C35DE304-D0E3-0986-2147-FB99AC7752C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751267B-C7E8-39BD-40D2-9087EC01B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962F4E3-E2E1-8850-4277-6D076246A47D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1B94394-DB1D-0679-9202-C2E32C3F036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E3F68E9A-6575-C09E-B39C-E49C41369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AAD1C24-1E99-5E09-D57F-EA2CD71F762F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9A16B9F-18D8-EF87-56A2-E3375F59A21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B1CEBA7-5443-1B23-CAA6-D35063E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3338A12-A6DA-6D16-2A9C-93164F1C7BB5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CD349AA-C61E-4C79-2A9F-F68364DAFD1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8871BD1-DBA5-EA38-C516-4C5456A8E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924D213-5FE0-2EB7-6641-FC519A981022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F86918D-DCE0-7271-ADD3-0731FEC88D3B}"/>
              </a:ext>
            </a:extLst>
          </p:cNvPr>
          <p:cNvSpPr txBox="1"/>
          <p:nvPr/>
        </p:nvSpPr>
        <p:spPr>
          <a:xfrm>
            <a:off x="1019239" y="6366406"/>
            <a:ext cx="4999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Key must be either empty or full of 25 alphanumeric characters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28EE6-ABCC-CC5E-F19A-D7D1FABA9511}"/>
              </a:ext>
            </a:extLst>
          </p:cNvPr>
          <p:cNvSpPr/>
          <p:nvPr/>
        </p:nvSpPr>
        <p:spPr>
          <a:xfrm>
            <a:off x="3445818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53778AA-DDAD-CA1F-1802-15FFC489FFBD}"/>
              </a:ext>
            </a:extLst>
          </p:cNvPr>
          <p:cNvSpPr/>
          <p:nvPr/>
        </p:nvSpPr>
        <p:spPr>
          <a:xfrm>
            <a:off x="4348146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A4CA67-8E5C-584B-68F6-20EEF8D4863D}"/>
              </a:ext>
            </a:extLst>
          </p:cNvPr>
          <p:cNvSpPr/>
          <p:nvPr/>
        </p:nvSpPr>
        <p:spPr>
          <a:xfrm>
            <a:off x="5251046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DC02E60-739C-AC87-0F04-D0A83EFA96CA}"/>
              </a:ext>
            </a:extLst>
          </p:cNvPr>
          <p:cNvSpPr/>
          <p:nvPr/>
        </p:nvSpPr>
        <p:spPr>
          <a:xfrm>
            <a:off x="6153374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829B3A-8152-CE63-FF44-2FFF3CBC46A3}"/>
              </a:ext>
            </a:extLst>
          </p:cNvPr>
          <p:cNvSpPr/>
          <p:nvPr/>
        </p:nvSpPr>
        <p:spPr>
          <a:xfrm>
            <a:off x="7056274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330027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3E34-84DD-F73D-A997-4BF09AD9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026856-A6D2-A427-883F-9191A872ADDE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D964D6-D510-6894-6E17-8870F779413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1675A8-199D-C03E-5ADF-A64B1DAAE3F2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42822-1E1C-0133-DCF9-DD80473D4A86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124D76-CF32-98DE-881F-EC82D26E7A02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5B2792-53EC-1F64-BE40-10A9B2CC7376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35EA10DA-48D5-9E79-B042-5D8E69779E67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837F96-F702-1E7E-4570-F05550421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EDF3BA-44CA-E0A0-09CB-18082196DC66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780381-F969-45D5-D2EC-7F22F0B00F7D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B3A816-A718-5C3B-ABAA-8AFC04AA017C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695333-94F3-0CC4-805D-86C530BE6EF4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A3B3CB-A321-704D-F2DE-EF446D8971F7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EDED17-8A68-1CFA-D025-CE7E23D89ADA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1E6029-218B-DCC1-336F-9995DB4E3926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3C946E-6097-4EAA-DB2C-272673BC0723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C82D3C-2F71-A5AE-50BF-AC2B27AF12D4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0A70360-83D0-A34E-F8E9-075850DBBCF5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F82E894-D302-60BB-0349-FB26D27EFA6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69D9016-2BDD-4E62-27AA-F5DE0085B1A7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B6D1CB32-E3D2-49FC-4EB8-5F22976F1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A2A1864-4A29-8AFA-ED51-F226A074D787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D2059D7-EDE3-445B-E6B7-480000C080DA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563CF140-E338-EB78-5665-04CAA476C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0484630-FF2E-E2A0-9D6B-3C718112E5A0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4B6C652-4247-582D-E7DB-6665D79785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F734287-6E5D-52BD-9E7C-C6A9659D8AE8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41191A0-19F2-54E8-8722-FBD27C7427D9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9493EB7-57C3-4308-820A-204009AACB2A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A95BBC4-D143-DDBB-CD45-985F4BAB424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4FCBC3D7-C10C-2DAC-5613-DE8B000F4F00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EE548A-F727-F6EC-646B-F75E71352D0E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5B041D6-AE45-8E02-8550-46F50B790CB8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B5BAD1D-AB8B-6C91-898F-B4B5DEE74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DD71FE3-4C69-4AEF-EC8C-0C2580843786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40B0F9-BE8F-E1B2-9103-0AEE4EA24518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D53983-D8E1-52A0-7397-BA1ADE4A0C1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B761F60-83C0-6AD8-057D-9E1EBCD11792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59C56D0-FD4C-EE2D-CE40-214314630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3882856-0ADC-8BE0-4435-3AD079BF542F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12A470-76BF-CA9F-A7DB-C7B31B8EFEBC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4120B8-843F-B078-B6F6-41842BE368AB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21022C-33FE-F0A3-2D1E-B0CB85445760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B2DE68-9912-A780-0CFB-F0B40C2E167B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31BDC39-10FC-F06F-E370-0F6D725586B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3A8D81-6F02-D87D-A6EE-AAB39173F0BE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3604907-4D18-AB07-078A-6F445DCC6449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49D95A-1EEF-CFA2-3F1C-2DF2CDF57A5B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467510E-1A7F-210B-5BAA-85E67A94805D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DD084B-CDBF-E4BB-4B35-6C684DE6B8E0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3E3B21B-7C3C-A4EF-4EB5-D8FA21315545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B1B4B20-6F05-360F-9F92-DD590F462638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674DEC5-BEB5-B432-B07D-0715CBE0D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3EEFEE6-849B-B5C2-7E5F-2F126AC651C9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C566CE-16B8-8810-B5B3-40246FB46020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29E520-5FB2-2D6F-1D87-E9C752867FAD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7B06B5-5790-DD3D-07CA-AC4A891A83CE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575874-5F36-011C-D582-F0ACC131FB2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2B836C-1018-53D0-FBC5-D5D80AAC8080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53735B0-6BD8-4B57-3753-D8D906F4E3B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2C5F3B49-986A-8726-8151-8B4FEEFC5C8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07F317A-4004-1556-CF2D-E8139F77A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CDE0080-2144-4C88-D7CD-7D767358AD2A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C64675A5-C68E-0E93-44A2-94E03137659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5C42DA4-0885-6074-5B68-A47047E33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D0848F-691B-2889-2034-3F6ABED42FE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DF603C43-963D-557B-64F4-5D3BDBB8F4C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4C4D2BE-4ED1-D7AE-13A2-1A41F754A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6A8274E-7B4F-33BC-27BE-677F0C72AB48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0C81D1A9-29B4-CE8D-30C7-F92C57E5A83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E92697DB-4E8F-A99B-BC1B-8D8670155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B2A0AAB-F098-99D8-9251-41BC0B2B6ADF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439CF4F-ECF2-908C-1449-2E0D646F5D8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F975396C-6200-A53E-E8A8-31883FFF2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F9D932D-2C2B-8F30-BC8B-F02298C3902A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9CFF195-1A86-36BE-8DA3-F3545EE6B52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C8D25CC-A579-D79C-CB90-F319F84F4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3252DCA-34C8-76DB-1512-6579F287DF8E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4FAC420-6B44-DF66-776F-61DA3A84287E}"/>
              </a:ext>
            </a:extLst>
          </p:cNvPr>
          <p:cNvSpPr txBox="1"/>
          <p:nvPr/>
        </p:nvSpPr>
        <p:spPr>
          <a:xfrm>
            <a:off x="1019239" y="6366406"/>
            <a:ext cx="4999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 Key must be either empty or full of 25 alphanumeric characters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C6E74-4DAC-E71A-C46C-7763CAF4EB31}"/>
              </a:ext>
            </a:extLst>
          </p:cNvPr>
          <p:cNvSpPr/>
          <p:nvPr/>
        </p:nvSpPr>
        <p:spPr>
          <a:xfrm>
            <a:off x="3445818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641C24-AEE4-D84C-790B-E647B8E3C023}"/>
              </a:ext>
            </a:extLst>
          </p:cNvPr>
          <p:cNvSpPr/>
          <p:nvPr/>
        </p:nvSpPr>
        <p:spPr>
          <a:xfrm>
            <a:off x="4348146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C0C1D1E-C540-1E37-992E-2741CA3BD911}"/>
              </a:ext>
            </a:extLst>
          </p:cNvPr>
          <p:cNvSpPr/>
          <p:nvPr/>
        </p:nvSpPr>
        <p:spPr>
          <a:xfrm>
            <a:off x="5251046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0BB9BD-1776-5652-05C1-4B140FA9E9CC}"/>
              </a:ext>
            </a:extLst>
          </p:cNvPr>
          <p:cNvSpPr/>
          <p:nvPr/>
        </p:nvSpPr>
        <p:spPr>
          <a:xfrm>
            <a:off x="6153374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D67076A-542B-E619-CA27-414A0E752201}"/>
              </a:ext>
            </a:extLst>
          </p:cNvPr>
          <p:cNvSpPr/>
          <p:nvPr/>
        </p:nvSpPr>
        <p:spPr>
          <a:xfrm>
            <a:off x="7056274" y="2185956"/>
            <a:ext cx="656994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47676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F2F45-BB83-504F-B35C-F957827A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AD9234-913F-7A6A-76B2-9C7E7AA3DC6C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6F7D59-2C04-0808-D3B6-2D5B805BB14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B8643C-0ACC-CC37-8DFA-4400743C7CE0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A8F944-51F5-5D8B-B958-CADC87D6C89B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D5CDE3-D809-F886-3C00-293679C7977E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FB11C5-A03E-D347-759C-FA065075E666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4CB985F8-43F3-1EAE-B59F-E9E48CA48A77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816D42-CE80-2E8A-C1B6-C4F24B526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C75ED5-3DF2-E5C9-B12E-AB43AF3AEDDA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4511DA-E282-CBA6-FF07-EA2860133565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0B34CD5-98B8-F1A4-B2D6-9907D305123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E03FAB-8CF5-1D98-291A-A22046FF2CB8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3F5D8F-C0CE-6B70-A459-292C02654E31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6B0FD1-8243-3810-B381-79ED6CF1BF3F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4002499-3B1B-9201-420C-B55697D14E60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F95333-F003-1FC8-ED8C-3CA9E54B6AD0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C41394-4AE0-4626-5EEC-AA06082B4BED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E182CE5-D857-181D-AD9C-56A62FED022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9A3346B-7115-6431-6DC5-0A7663C5CF3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810A9EC-8B1F-C8B3-89F4-CE829A55BA5F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266494A6-DA6A-A9C8-B6FF-51D23FF08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EBB00E1-484F-A884-8399-A8C0686DD240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8FBE7C3-68F4-1450-D502-43AF4EDA738E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5463EEB-7CC3-1090-3306-F272B3BC4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8EA8D8AE-5ECB-C833-66DF-0336CD6A887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67A95EF-22B1-CF9E-B0A4-F9FBE4031D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69B9674-BDB9-AEAC-155B-3284C4B0694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68E5033-F9A1-AC66-199D-1303AC13494B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33472A-3413-D2C1-3A3A-4F2E590024AA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19958D6-404F-F335-4FD7-7BCAE93123CF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6F73F8B-A6DE-4ABB-F0B2-411D044FF307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D8DE89-D530-A199-B59D-B914046C9451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02ABED4-2A2E-B85E-3B3E-25E56BA166FF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BEC93E2-06E5-3A5C-E61A-279AC36BA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D31B805-6B34-D013-239E-CD1375DAB5EA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5BF265F-1790-2060-58E5-F50977D58FC4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F63A99A-86B7-FA22-373F-36C8E0CB7F6E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E0B165-9600-62E1-84AE-9DC2A21D232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D88C521-E75D-99CA-BE27-528450414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F226D9F-4964-5D52-C954-C71137535B79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6A46830-B8C5-8D85-CA91-01C5F8477F73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884A23-07AC-1D08-D2D2-5A90E8CDC329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B410A0-A717-4C38-555A-E580835626D7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E05CBC-C906-5E94-2C1E-6ACC51A57E29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EDD53A-E137-A706-37B8-F9952EE76C10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3FBA1C-80FA-5CF8-72A5-52923386A1A9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7F1D4A-DE7A-0C06-E176-2667AEDD9BE9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1B1D60-5F78-E954-8FEC-16DB67000514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1521AB-2371-3656-17FF-9C3B1B5F030C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2715BC-25C5-2651-B835-546D3F86157F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F23EDD1-0B0C-8CE0-5664-62FA2D5D7F04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2070A82-2DE4-C4B1-1B94-8F7F1D145B34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38DD7CF-F956-DEA6-562E-D71FF9B14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9D8DFA4-E9EB-B7B0-5EF5-5B5C5A6A318D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74182E-F4A7-4501-AAC3-E175F6EC3DF5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7AAED7-01FA-570A-9E73-2B191015723C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5B7E91-1154-FFE7-CBD5-EEFE0C657559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91347B-0D84-EF35-0C06-56E6B7450542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A0F3F8-A3E6-1A07-428C-9790B3583CE3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5021EC8-5BEF-A810-2901-F3B8C512BF3B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F8D6B4B5-E1FB-EB75-BA6B-2C517EEB3CC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04D742C8-58AA-73C1-A8A1-0D720C6BB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D5694E5-555F-7D45-162C-99A96EEB2B48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362A7307-A4AC-4356-3E85-24E30308BA7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24BE28F-AF2D-0752-4968-64ABF593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94F76BD-1A62-A645-FCB6-CB224C8347B9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4E932BCB-2A02-E0A7-F7AA-2E3E9C64168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8508211E-4FF7-3046-6127-75227A020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8F695AB-A1D0-9D86-C385-9D466482ED90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3758B31-AC90-9BBA-7EDD-901109B1CA1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26B8AAE3-E403-4714-F142-D5383B141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517BAB9-449D-39F8-EE49-0A7F4CD357F1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36A7890-B36C-C064-2443-4132DC8A98B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0EA36E4B-3132-FF1E-7AAE-20AE0B881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DE86C37-C34F-91FC-6463-AE3FB4DFF1B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FCF3D7EC-5310-A3FA-070A-3637E289DB4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6F94076-CC4B-2169-2E25-484C884F8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EB0574F-F982-A540-C182-66C92E7DE90F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C7231F1-92F6-FA7D-F4B9-6A31C4E004FF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228494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EDB4-3834-1199-A8AD-D36D6EA3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90E39-F9B9-8BEF-5E25-36FE4D2B900C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883172-91EF-D880-3A20-BC64C69831B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C07912-0AA1-5F61-B994-DCF576B3D99D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CE8651-68D5-647B-C266-E4C3392762A7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CA794D-F0C0-383C-C776-CC7F4FD2CD0B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D57D18-46BF-6235-0B9C-28A1802FF147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55FDCDBF-3ACF-DD27-A1D1-0C39B76B1483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017EED-8F60-68CC-C0B7-706FF65BC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BA0972-F3B5-C642-7F36-3648EFF12397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940B2BB-ABA0-758F-83B1-82975647B18F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09DFAB-3EF8-76B3-5D6E-F7CD5EACF9CE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A458C0-D5C6-4CA2-0E84-8491923D2FC5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679B3A-2E24-5C21-ACA6-36A06ACDAD8B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9937245-7641-FFBE-B5D0-18D9E6C7CA9A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3E91F9-9803-0F3D-92FE-45828CB7B5B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3B3C8F-6100-CC36-A62B-C00C762BAB59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2765C1-F15B-D985-7990-7749105A9ED1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31FA86-9470-9385-8D1B-0F3C43E413AF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EBD88EF-750B-41D8-B184-5E7291620A24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85596F5-BB43-1311-05F2-A2BFFB3DC0D3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E16A39C-D61D-7634-B95D-E041BAB36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45BAB8-822A-8B77-E701-F8D1D1FF4668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1525D9C-F0D3-D515-3332-6A450D553E2B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F68A7608-0A2E-ED76-670A-8A87C4033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6B2D3DE-4CBC-EBAC-FE9F-BD85111E5567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32E4916-6461-BB96-59F5-96F3563F3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0B89DC8-C17F-CC47-93DA-0EF561C0F496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12245EF-E546-ED01-21A6-16923984EBAF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E4558EF-6F8B-AE1C-C0BC-C1AF7B93E782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DFD89C2-B094-5E0E-EE19-4D8772951A45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87399E90-0143-ED67-0324-80C48DCFBF90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BB74DC-2DE7-6294-CAB3-86A4858636C1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3093BAB-C8DA-B11E-5693-3AEB9C394BB8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6807238-5276-7EE6-0FCF-BC3293CD2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2D2DE7F-9193-FD5C-A003-F858DBB8ABB4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09139C-EDA3-F2B5-431A-FA003B38DB97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174F617-FCAB-E5C4-113A-39804A006EE6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B51847-F894-96D0-B5B7-D0B7D2DCFF9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CEB2466-C34A-1FDE-7526-8E17B876F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18975E9-A7B0-D97C-8E7D-C796FEFD5523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EE00E75-93DE-3E90-E010-1F710DBAF9A9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887ED1-66A5-BF4B-D9BF-78B01DF533C6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2A7F21-F2D4-452A-CDA9-EB1EBB29BFBE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CA822-21B5-F78A-6940-A692F45FA31D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8AABCE7-81E1-8551-CBE8-0DF54A161CF2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BBC81D-E568-B5E1-3366-922E7C3D6EA6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02182B-9B1F-E57A-0D6C-B0703A33B57F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015D77-65F8-8AE4-C346-40302740193E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9119CC-2768-DEE0-368E-A5479597D3C2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0B1D93-CB13-40FE-A4C1-517F0AA348E4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501D179-BB97-60CB-A8B9-48CF22EF7730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6ECCF5E-E519-26E5-EFCF-7157D81FE59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53CE765-F363-9065-6B67-A63B9068F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0F02D9B-8F81-FA5C-592C-E516ADD6A9C8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9D19CD-0948-455D-AA94-18929033867C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C47B77-F3AF-B3B5-0B3B-4144DA805747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AF54BE-D91B-BC4E-2901-B10AE8B52618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6DD25B-0EF5-371C-43C9-B8BA1052CCF4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395303-762B-9D01-5AF3-C65934475ACA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189CFE8-05CE-E322-2BD9-51997D82B2B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18AFF5B-7092-F79B-46EA-20F628BCB58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EB7BC7EE-36A2-D16D-DF9E-6BDC0DA7D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A16D9D1-4339-3992-C2C0-4553BAFABCC9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7A032FBB-6D97-B7FA-EF48-9055618FE80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3627678E-978F-92FD-4AC6-CA372299B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7DC8D02-E757-2F7E-9458-525D6B573EC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CD8D2528-2146-B2FD-213F-051B5C59F0C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730C30B2-DDDF-BF3A-AEA9-BB7766866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9558B9A-AE56-FC3C-8161-6A7D25C7C147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3F26C3E-FA70-2412-5AC0-9CCB9800453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3699493D-24C3-D7A0-F4BA-0305AC490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FF778EC-349F-AAD6-5127-1B32D15CFF25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9A63A7F-8CDA-8041-BE11-F441F90F636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446D2697-1A81-DCCE-9DDF-67C3D8EB6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BDF1433-E772-5A06-129B-89DF6DA5C13E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6AD903B4-6397-E937-1076-0602D38409C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E745DAF-CE50-FBEB-BFBD-F6306413D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F86E823-9878-1486-CFD3-732B4E97D56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B315DCE-FB2D-4DD6-0FF6-82B4F6B14D88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371543B-0CCD-FB6C-D9CA-01511596B2CB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F83CAC9-5354-F125-360D-250820FE2BE0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47018F-8EB7-7A87-8BDC-B437484D0BBA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EC7C3BAA-E9DE-3937-6042-3E80C714C6E4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D84AF4D-7E14-85DF-B8A2-2A165DE40EEF}"/>
                </a:ext>
              </a:extLst>
            </p:cNvPr>
            <p:cNvSpPr txBox="1"/>
            <p:nvPr/>
          </p:nvSpPr>
          <p:spPr>
            <a:xfrm>
              <a:off x="4928616" y="214884"/>
              <a:ext cx="509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Error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3B5358-5B98-9AAE-87D6-41CEE2B3EC28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3775169-BBA6-D6E7-1A35-E0F400D63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26C48F1-01DD-DFF1-632A-E255E69D249C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Please fix this validation error: CPU Architecture is not specified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12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A51B-8232-68B8-D596-3AD8B3BD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EB7D2-8A27-3340-3B7A-54BB124C8F4E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2E1A59-C9BE-ED30-7DE9-126A26C2622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B5F9C4-B9BF-D9D0-CC87-6D877FF4E648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3E0D8-F209-4580-CC6E-FBCA5991BA8A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4A31E3-9E89-C947-D7B6-3AD2EB405D5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26C937-2BAF-2179-C39C-DDE2AD52286F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5C2800EA-57D6-7895-4D89-AAB647E5C455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B6567A8-D8AC-03B1-EEA8-6305AABDC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C87A66-B856-7665-F46B-7791482CB8EE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52E06F-5E79-F720-276D-4435DA85FDEB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1015B7-A7BA-A34B-016C-C83496FAD88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509853-B3F9-06FE-0386-35CA0896FB96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862DE7-F701-3CEB-709B-3789C6CFB5B5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63D653-E402-297C-C5C8-244FE7BB6FF9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20CD29-4FC1-F332-9F54-829E0F449577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4C4E6D-0B5D-077A-2DE4-67DC22F2D052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EBB63A8-4546-0132-BDCA-D1EA6ABB20A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0E7C52-ED32-88B0-211D-73338CA61664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9465B77-F2B3-2FAF-7349-6F3437ED67D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84FC26C-26CD-932F-790A-0EBDF292CB53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BC4EABA7-DFE1-E664-196D-D3F09901C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AF387CB-E630-5947-3794-B60F0F27D654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58D5D37-53AE-E3D1-118A-08F5BDC55B41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E3B729F-491E-07B2-90BB-E2BB76873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287A15C-E3B6-A05A-9BA8-5AD3BDD0790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8B8B2D0-8A8C-178E-6111-69D841B166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211145F-DEB7-D139-3370-2B29D5F321BE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0246989-7F22-AC9E-17F5-973979A241FF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0BB5749-DD80-D764-D8F4-E529909B709F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DCD94EF-FF63-652C-4BBF-E3A036618801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77A4C5B9-0272-488E-D1B9-97EDF9E0A9E9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56178B-9D02-D795-C795-A12A9FDC315D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90E7090-CE62-1757-935C-B586378FD625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775D589-1CB4-A0B0-2343-A331645AB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24CEC96-5B38-9804-A1B9-F04914F03AA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361F8AA-560E-D402-46E1-D8F674E7D57E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95BCE35-6DE6-823D-9276-338BBFBA66BF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A1D4B3-E1E0-442A-A982-3B3376EB8C42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6B695F3-2B90-95DA-B08B-F7CEF5D15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F096599-A150-9632-0C11-2F5D54F3D8BE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9A7744-0942-632F-D767-4C5889A01236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D763DC-CFF5-F59E-BE95-3DF408C95DD9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EE10A4-7D88-AB09-F436-E02643603BAB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35C51C-6B28-6ADF-DA07-37FD8EFBE491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F93042-2421-9E55-3D98-429EB5394640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12B1E7-DD9E-AC84-FB3A-C51069ABF3C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B938397-58F9-F89D-A8DA-20B7103866FE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129B58-8855-1221-3DDF-1722FBDBC75A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2787FEA-185A-3C28-0068-58BBA32F61DD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45DB14-DBCB-4287-4465-6C12DEBB4DBD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8984626-BA73-C4A2-897E-D90E95A42247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7FF1E2-6266-4E9C-DBA6-402897C37172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CCDC1BC7-4B78-9563-CD68-347CE8468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878AEB3-4A89-EB93-7DB4-FDAEF6239E0C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299F4A7-CF6F-3966-9AF8-6616982EE4D8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388692-BB0F-22E5-747E-41EC27EDB0EA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8C8981F-B6BB-FB78-4CF0-CCCD3BB10EF2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05BB2E-328A-6359-44BD-A5839D954179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EC7A6E-9F40-7C6B-66DD-370783105FB5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5D5D2F7-0D0C-4959-AF9C-B6A8DAB44D1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0C351E5-D352-D8CA-8AEB-FFEA073CF38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9A81C74D-7D79-1F21-3D9B-0ACF03B00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B7336E-2942-5D9F-7953-94B0E4CB4E04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4D2BDD8-DE18-6675-B559-7DB8F850275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418CF751-A7DD-5EF8-B019-F2FE4713E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8708472-0D85-90DC-888C-2A5EC2F5C08B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ADB61BD-53B8-6E72-DC2A-F5FED223F09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705D7A04-2D23-0639-B8C2-FD52D4CEA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44337F8-1CB0-1410-EB7B-EC4C4C7228E5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7CE006F-E559-5B0F-E4B2-E09AE5ADC38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AD2883A-D0BA-BC13-2B8F-9B2D9F6EA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E3A764A-277A-7F24-F3BB-8193AE9AAB2E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593D88AF-4657-19A8-0E64-628D0D6D2E5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DDAA453-0136-9297-2C62-1685B863F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FFFF719-F60E-4982-C5A9-0FAA4614D800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54BED7E4-886F-08E1-F145-7A4FF2D130A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1D262EA-5D93-6890-9B3D-3169364C7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AF744B8-4903-546B-D14D-26D3664A2B3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3D2D1697-9420-A97E-FBCE-78C723FD3750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27A183-E164-EC80-0EDB-601B23C2B385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5B2A245-2C4D-7CDE-4938-E9521F4DAA11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2517DE5-2482-1F92-C891-A9DFDFA30936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383CA29C-C1B3-F57B-349D-F3F538A602EB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B7E656-A6B4-E4EE-ED4C-A489B86ED86E}"/>
                </a:ext>
              </a:extLst>
            </p:cNvPr>
            <p:cNvSpPr txBox="1"/>
            <p:nvPr/>
          </p:nvSpPr>
          <p:spPr>
            <a:xfrm>
              <a:off x="4928616" y="214884"/>
              <a:ext cx="509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Error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847B2A2-EB2E-4D89-7803-32070E66941A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4AED877-FBB5-CBA1-DBA6-B0BA09DBC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BD39AEF-7955-DBD2-7C84-59F637E981E7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Please fix this validation error: CPU Architecture is not specified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473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C7AE4-8AE1-7134-05D6-19D38ACE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60E7CD-8CBF-C656-62A6-12C854F38F1A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0ADA71-7441-69E8-9255-6281A56A0AF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6A033B-A849-DCA5-C792-354D889FC92E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927994-B7CA-36FC-FE34-76C58A759A16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515369-47B5-A5A6-BF76-DB155F051EC9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032C3F-BDDB-D7AA-701E-3A584D48A3F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92C09F5-B057-2A4C-1915-62C1007E3611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4243AC-64B4-34AD-D8CA-D674ED6DC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76E233-71B2-8F58-6419-14A67F34492B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D49E69-FD9F-F431-C577-500DFDCF4734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3952B7-5264-3340-D726-4557F0EE452A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BFABB9-E792-A8D3-535A-DB91727B2351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44E04C-13EA-3898-EE49-6EFDF1CC5D2C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7B9126-5DA6-ADEA-8014-A9F4E59F6A28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9EEF04-E9FC-F634-6EEC-CE380A3D5113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C7ECFB2-092A-3618-C4EA-91D1CB22EE15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7EBBB56-74F3-65A0-B3A2-F895E67BF82D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481F3B-2F05-BB7A-455E-35C684E89EC3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8BE5E5F-9FE0-E25B-91D4-C84A9D3CF248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42757FF-B436-C524-A881-F17D71DF1E7C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EDE87C60-E41F-CB33-D9A5-6954AA774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EAEF4CB-3114-D1CD-F1C6-16D3E4A7DEAC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059926C-F22D-12D6-1699-0D87B62314D8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2927C2F-8613-D7EC-3344-C7483A6BB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6CB32BB-1D3A-D592-6BD2-064AFF6E3B60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858C7FB-ADFE-839F-F9E9-F2C2FB36E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3B2C28F-1DB6-8394-240E-7A58676D461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10D002C-29B1-201E-375C-3C6B73688A05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8DA5023-1953-FB29-9A4B-80EA2552587B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ED9FDF7-5AA9-2024-E198-B9FEF024930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49CD3E4A-C7A7-B1D5-22E2-7B610CE9CD4C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62DE18C-2A37-8AB5-8F4C-0702E97BFEC6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FA4027C8-C6A8-E94F-7956-CF6F59CE1FA3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169BEEF-DD76-F3A3-70F8-9E9BD40FB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F208DE7-F2B0-9086-755D-77F78C83BEC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95FA09-2217-0679-3050-D001B4221498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B7580EC-CC8B-94A9-F418-F46AA6BAB90E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42F6BC-7533-0FB9-B47C-F315972938C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D95235D-1262-8E6D-ECCB-7A187EFE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1D63591-2146-E295-4367-2CB227F607A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DF0FA7-8E3A-83FF-A5B1-96775D4F6B84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A10C15-CC43-12C4-A3BA-975BD318189B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0187F44-4813-4DFD-7BC8-8388426EC558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E6CCEC-68FB-72DC-91E9-C8EC78207D9F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EE0366-8AFF-2EB6-F037-2FF8989C8F22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F88D71-DCBB-BD25-29AF-E1B1FB42F54A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2F03D7B-B713-5F4C-6D89-1BA1DCC9E2BC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A47DD3-6967-DDEE-AEF6-AF44491BFE64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862B3F-313F-45D6-18F1-32C72E677663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08F371-7D0B-254B-2E6E-76935C774E42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859E70-C15F-3F6C-3778-9D4F955F0C0C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417557E-732C-6AEA-D165-6E8CCE38921A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ACA4CB-96C4-394A-9450-D244961E7DD4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266477-E5A8-9390-438E-38DAD5209D3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4A3546-2853-E3F5-92A7-48DCB269B148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497FFA-FBF3-19C9-A525-E0EC36912948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8C3D567-19F7-E096-9A75-5F9E372FFD6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8890B11-88CD-08E4-A4B1-9DF2DF627FC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F7F15327-7787-FA8B-96F0-BAF20AC6B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22BCA33-071F-ED9F-3FDA-A7E01247D9A7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755AE172-924B-3004-50C3-B37FC4166AB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56271621-5DCB-6DD0-72A4-E0A081D0D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F81C1F3-02F1-97A6-FB00-070541BC585F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3B1EF862-F805-C097-61DC-84EFF5B01F5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5C84A80-4BE5-54A4-F614-B3AA7EE9D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228F913-0A2F-A5CD-0B85-8F8CBEDD8C2C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8D35841-3E83-7B0F-4EB8-F42DD8869C7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21616E43-24B9-74E3-D86E-EB1E26203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8DD49C-EE39-BDA3-B232-2E9B4C68396B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480AD4BC-1891-F573-A107-4367949A00B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473F2C5-AF75-3024-A7DF-52B377375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69962C5-27F5-C6EE-BE9E-199B90B186A8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08C8364-26F7-5393-8003-FE1CC6BEF4C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313C537D-28E2-12A5-169D-856BA9CD5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151D701-86FA-0623-B25C-914CEB432D9F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AD7019B-B09B-007C-6276-9C39B6E55D47}"/>
              </a:ext>
            </a:extLst>
          </p:cNvPr>
          <p:cNvSpPr txBox="1"/>
          <p:nvPr/>
        </p:nvSpPr>
        <p:spPr>
          <a:xfrm>
            <a:off x="1019239" y="6366406"/>
            <a:ext cx="2386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CPU Architecture is not specified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E51A12B-2CCB-FFCA-7F6B-029A133A44ED}"/>
              </a:ext>
            </a:extLst>
          </p:cNvPr>
          <p:cNvSpPr/>
          <p:nvPr/>
        </p:nvSpPr>
        <p:spPr>
          <a:xfrm>
            <a:off x="3445817" y="2598641"/>
            <a:ext cx="4267450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CD056F2-4F5D-9AF0-8403-513FD9632069}"/>
              </a:ext>
            </a:extLst>
          </p:cNvPr>
          <p:cNvGrpSpPr/>
          <p:nvPr/>
        </p:nvGrpSpPr>
        <p:grpSpPr>
          <a:xfrm>
            <a:off x="3445818" y="2598642"/>
            <a:ext cx="4267450" cy="825799"/>
            <a:chOff x="3445818" y="1775654"/>
            <a:chExt cx="4267450" cy="82579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63E5C3-BD89-C00E-3C34-30CD6CBC6788}"/>
                </a:ext>
              </a:extLst>
            </p:cNvPr>
            <p:cNvSpPr/>
            <p:nvPr/>
          </p:nvSpPr>
          <p:spPr>
            <a:xfrm>
              <a:off x="3445818" y="1775654"/>
              <a:ext cx="4267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8C4AB0B-C09D-4995-5824-6FA9A6DBB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0653" y="1848695"/>
              <a:ext cx="146232" cy="15240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4BF26BD-E860-74DD-3A2C-071FAB6E3E60}"/>
                </a:ext>
              </a:extLst>
            </p:cNvPr>
            <p:cNvSpPr/>
            <p:nvPr/>
          </p:nvSpPr>
          <p:spPr>
            <a:xfrm>
              <a:off x="3445818" y="2052652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291E1A7-61B8-0C4E-9E4D-EBA87BDEC2BE}"/>
                </a:ext>
              </a:extLst>
            </p:cNvPr>
            <p:cNvSpPr/>
            <p:nvPr/>
          </p:nvSpPr>
          <p:spPr>
            <a:xfrm>
              <a:off x="3445818" y="232445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ARM64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273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EF106-2299-3CC4-8BFF-88D7CFA6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FCAD21-2E75-0FB8-23C1-F0EE4936E2D3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69A949-27D1-7D95-E095-A3BF0C867200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3B1BE7-4D97-B1AC-7F89-805E407F4D61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EB519B-B39E-B58F-3034-DDB171584FF9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0D0910-C45F-106A-E9CA-5ADD2B44308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4C8312-FF59-BFBA-6B48-8C12FEEDC9E3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56FBBAF-A6B1-9095-5FA4-7E91C0A474FD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04AF7C-78CC-DC46-60CE-BFC8942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ED896E-5418-77A8-55BA-3450ECE24207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F883B3-B623-F40D-79B1-9E6F018255C3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933350-E06A-E84C-882B-EC7B380C3B48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00DBCA-AC78-D161-C804-3FAE2122847A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E1AFF-5F0A-1771-EF88-0EBE983CB447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54EF78F-A4E5-FDDD-F6A8-B7B9F61246A2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BB3E10-B3C8-9571-80E2-9A029D343E1D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7A0F37-AFB1-F865-6F76-2656937B9B43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26516A-548E-7332-CD4A-995F44BEF0D1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31FBA2-71BC-4054-A45B-D4ED539DF99B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0A3BD5C-5B20-C0E1-2BA2-DCF40E8579B7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3339B54-6E08-61A8-B841-22A42AF8DA52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40B62547-1733-B8F7-158A-A2A4B27BD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6196DEC-4A5E-A962-875B-F23FCDB77317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F03FE71-5F3E-6887-2458-5878AE971C2D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E204EBD-8D37-26B0-6478-D1C0573FC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07813582-62C2-3FD2-BD72-A007712B4083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3EE28EC-E764-0093-A762-827D96751C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DA5D54E-C547-04E6-5793-4E0C330AB321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29DAECE-FA71-305D-18FD-6BE95577091D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BE413F8-0EFB-1E32-C5E8-A136AB248993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967721F-999B-81FE-203F-FFEED393D795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F81D5F0-3915-FFFA-998D-637C788AB931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D27A1F-D1C9-D906-42B3-A4F64A9C8C5D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C972C41-36C4-42D7-6F74-CB97C792445B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64EC120-A7CD-D8C1-CE27-7465FFC37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267C4F1-AB88-DD7E-8FDA-D3E0822AA01C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D501EF-27D8-EC8D-6B0C-2AA9C0DDDB12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BFCC9F-1EDC-7BCA-6783-73ACFBDF36B8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B3E4BE3-2D50-46AD-89AA-90D58B9927A5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340B33E-7482-CD31-7AB2-1DB00ECB2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41BC2E4-A2E4-CE9A-CAC7-94F07EAA9690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6E5B4F1-CB0A-4E9C-11F9-A75B71637584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BFD7F1-C5EC-E9BB-D645-905DDF7CC272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B7808E1-B0D6-85E9-A8F6-C5FB57102E72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394887-656B-5F65-2145-A515E66F5DE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18F9D30-73C4-BEC6-DA0D-361C8070788F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552838-7AFC-ACB3-ACD0-1B2816B250DD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03EEE92-0096-EB7D-B68E-5D38D5D4BD1B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688783-A8EB-82E9-74D6-8F34E6CA1A26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E1F18B5-E3E1-0DA8-B565-9FA9101C5DB8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061088-D01F-A4CC-99EB-C62FFAC07112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0F0577-7FBA-CDA9-FAAC-C42434AFC908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56A27B-25D3-E405-415A-6DE19ADAFF20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497D29-95AC-B3D4-2083-0B6CEFC2C8DB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C9FEA5-A0AF-211F-63F3-AE85241E21C2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58EC2E7-AF41-F7B6-418A-B165717FF164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E4AC3B-4F2D-F31C-63AE-BD7B068BA1D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9C99C93-AE98-34F2-D327-7DBE629D6573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C173DB1B-D2C1-EB36-34CF-E3653D1E9F5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F46B872-0962-15E9-529E-6E10E646F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2D3C626-66F1-11F2-8EB9-E3B179C33098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8DDE1353-B690-88B5-FAB1-C59705458A7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F55330C-0B6A-85E0-F148-068AB060C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FC58EC1-4E67-80C4-3843-23D0D6703CC9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DA5221E-0A45-B48C-A7A0-A5144AEE1E2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D2CE26C-1894-B005-720C-12FCBB51B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1570CB5-1749-EB92-1261-8BB3910A0117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5C52B191-1F66-E74A-1BDB-971982B4FE3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3966D94-2D71-D843-1BE8-0F5BE3772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FC87567-3D3F-939A-C844-C29F70F5780B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C9FCD05A-3431-3F01-593F-82C4B82631A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E1B0349-5ECF-F009-2F0F-24104A49D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E641508-DACA-D107-31EA-448485026F38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634776D-DC0E-36AC-DCFE-D82D41293D3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4E2116A-94DE-22E5-C1FF-439C1C54E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2C43086-803F-50B5-CC2A-837CC7BC578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834A710-3CB8-A7B8-B3B8-424F4D3F8B01}"/>
              </a:ext>
            </a:extLst>
          </p:cNvPr>
          <p:cNvSpPr txBox="1"/>
          <p:nvPr/>
        </p:nvSpPr>
        <p:spPr>
          <a:xfrm>
            <a:off x="1019239" y="6366406"/>
            <a:ext cx="2386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CPU Architecture is not specified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CCB4A6-4EAF-A8F6-1E74-DF1892244252}"/>
              </a:ext>
            </a:extLst>
          </p:cNvPr>
          <p:cNvSpPr/>
          <p:nvPr/>
        </p:nvSpPr>
        <p:spPr>
          <a:xfrm>
            <a:off x="3445817" y="2598641"/>
            <a:ext cx="4267450" cy="27699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>
            <a:glow rad="63500">
              <a:srgbClr val="FF0000">
                <a:alpha val="2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D0499AF-B699-01AC-C863-41023C59A0F8}"/>
              </a:ext>
            </a:extLst>
          </p:cNvPr>
          <p:cNvGrpSpPr/>
          <p:nvPr/>
        </p:nvGrpSpPr>
        <p:grpSpPr>
          <a:xfrm>
            <a:off x="3445818" y="2598642"/>
            <a:ext cx="4267450" cy="825799"/>
            <a:chOff x="3445818" y="1775654"/>
            <a:chExt cx="4267450" cy="82579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5C9FED5-65C2-628D-1E92-84FF77F00DA5}"/>
                </a:ext>
              </a:extLst>
            </p:cNvPr>
            <p:cNvSpPr/>
            <p:nvPr/>
          </p:nvSpPr>
          <p:spPr>
            <a:xfrm>
              <a:off x="3445818" y="177565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06F63ED-B768-9AFE-2B69-BC4DD763F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0653" y="1848695"/>
              <a:ext cx="146232" cy="152400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22286DB-CDD2-3FD4-840C-0CF5C7EB577C}"/>
                </a:ext>
              </a:extLst>
            </p:cNvPr>
            <p:cNvSpPr/>
            <p:nvPr/>
          </p:nvSpPr>
          <p:spPr>
            <a:xfrm>
              <a:off x="3445818" y="2052652"/>
              <a:ext cx="4267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82B029C-F424-66F3-C683-0CCC4724145B}"/>
                </a:ext>
              </a:extLst>
            </p:cNvPr>
            <p:cNvSpPr/>
            <p:nvPr/>
          </p:nvSpPr>
          <p:spPr>
            <a:xfrm>
              <a:off x="3445818" y="2324454"/>
              <a:ext cx="4267450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ARM64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443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BEAC-DB8D-10BD-2EE4-8DC2565D0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67C073-7033-1E31-FD4B-2433C54FC813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B9F04B-B70B-DBFF-64A2-93E5CDEF06C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6D09A-E922-0B00-1DC3-6632C938E3A7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76FA06-50A0-00D9-D8ED-6EB779EA4C8C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60918A-449B-47D9-FFEB-813E2D907F3A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4E5ED2-ACC8-5882-D53A-3D2923354FC9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1B15BD7-FA15-CD8F-E5A4-813097760349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1AF3B7-6C6E-B88E-F960-199868F09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9AC992B-A01D-0152-4DAB-76BDD3F47B41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EA2FE1-A947-A075-DDAE-2877776E93D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A530AB-8280-4C5C-27A6-CC0D4A4DB149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23F6330-43EF-0578-1DD8-9D66604D5D8D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FA10BC-00AD-E034-F7AA-999E7AA54912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5ADC8A-839A-2DDD-80A1-875A3C16FACE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FEB66BE-A40B-EE75-8455-D263C6CBC00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D007BDD-2CF1-F6C8-B8B2-EBBAF08952E4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41631F-8DD3-9F56-A61D-5A37480293F9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78B1DDF-B5BC-6158-E9E3-7B3EE97663F4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6302D54-64F5-FF9C-F05E-5E66BC821356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9B3805C-67D2-C392-084F-C3478908271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45FCD0FF-C3BA-C994-6539-B11DE203D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76FC041-9C5F-85DB-8602-47553ED417D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ABA2EE5-1181-B6FA-927D-05247A74D59C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D2E9060-3D47-D657-2BD3-AD799694C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A0BB050-8B82-4020-9AC8-3C23B9C1DB3D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1854C06-EF70-FE4C-D542-BC2465E15C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D914821-D30F-4A07-F60D-F08A8987863B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28793F8-226F-4F19-8FFE-F4C02C621187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9F6FE4C-D3C1-FCC8-6559-07E33E852DCF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F15C165-81EF-D304-BED1-AF4A9D286D40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455724A-9691-36A9-2270-F1395FF89288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773FD1-1526-703B-09F7-DE2A0214E4E7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F174A5D-9D07-3004-57FB-AD35A855479C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BED4954-9124-D3F7-D37A-4B2E65EF9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E9E8429-0F9A-1EA8-2CF9-54A3E4856732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98F4886-67D0-8D66-8A48-0A28D5CEB085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F58C93-DAD3-027D-A423-CD6069499B08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6032EB9-B614-8A91-6308-77EE7E19C26C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2B2F11B-BDD0-8BB4-D27B-BA7CE0E15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E280CEA-64BA-C286-5F93-2093E62655B7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5A8A7F-8323-100B-67F2-1C374F7E71D2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8ADEA6-187D-26FB-7D30-0EEF569F7872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1923DDF-8CC7-C480-1581-E0F769B83728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8B0B82-14C9-DBB9-11E8-91C43920D35D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279B21-E24C-ACE1-D74A-9962FC3F5CDA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BD50BD-1210-D690-E540-1EF958C5BC27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3834B8-F75E-9160-2665-436D6F338ECF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4669C2-5575-A04E-E69B-F04D2D95A8D0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B56FF23-2632-3159-2330-DFA0EF0B88D1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03F91F-707F-0409-8611-919A2A7FC914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719A919-EFEA-2128-BCEC-B2CD20F1FD8A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1508526-ABC8-7BF2-5251-AF7BD090A844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702E1D0-D3D4-9B07-6329-D8574D8CC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BB5ED7C-514A-7F76-76D0-D25E507CA435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854AA7-FB09-7EEE-32CC-37EADF30F958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6AC9B1-1FB4-1903-8D21-C8D6A8B7DE36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01813A-1B43-4B47-2C96-C29B10F4A3ED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D0BDD9-0651-AC41-7034-26E78A9503AC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6E174E-2572-3C15-D4D8-3FBAE39D3F1E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59D1B54-7D67-92F3-4A50-CFBFDC60A70A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85EBEFA-4CAF-73D0-611A-91BBA160834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A18BB90-3D1D-6B2E-F379-F986609FF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01E08F8-754C-95B4-AB70-BE807CE2D6B8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B2B6D3B-5917-01B9-016D-DB33313FBC3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AF8DB17-6A1D-B8BB-115A-C18C3AAFC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B6AB51D-8F60-7FF0-66FA-85A3D7E96483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2D0EB85E-F728-F58D-8392-5912BCBB887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789814AD-0B64-C51C-40CE-BB465CCC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0A72E45-8FFF-65DC-1EDB-BD7A1DAF6650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CB358170-0109-B2BA-DA8C-774C489E07E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8F13F07A-790A-AE4C-8E70-F58553683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C5A3588-BFC8-CE19-8BD0-8B31B4BD9A8F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747B7FB0-19A7-3D30-C376-4A8CCC1039F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0439CA6-75AF-9B5F-6407-F9A0F05B7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9E9F01F-5FF2-1A3D-B800-E740BC1CFEF1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06B8E8B-4BD0-3EEC-EDDE-4EFE9E75A02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C34D47C3-54E7-FA12-061D-8C0E6FE11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CB9551D-1FAB-BF48-FEF6-7282BE632A0D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7EE06BC-BE91-F899-3828-0C24FF879789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07988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DD944-2982-BE31-BFB3-879D838F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331C05-B764-1EEC-E81B-3111D5DC916F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B305CC-EB67-0776-FDC4-12E78FE25038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FC7D36-79DE-0A94-4CBF-C44E9966BE2C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542392-5B4A-D6A4-799E-E88B39660764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FF7AEA-C238-D56D-92B3-E6234A13CFB1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0B58C-B959-47DF-7136-AC9E1CD1322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76DD075-CE27-3CB0-80B0-2BFD5E796AFC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E6925D-5D9C-8208-F39D-CE3DAD5F0C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47D94E-7155-A6AD-94B9-B7E23245BFAC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F9DF0F-96D3-22F6-3076-294471F65980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B01753-E48A-D603-E205-11B8DF57C87F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FCE0BD-52B3-D718-06E7-2648C8128185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EDC672-ECBA-A2F3-3394-65E3B5095237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751A067-6FCD-466E-9A64-78ACAB792CFA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746B515-8FA6-FB37-4A5B-5D1C63BBEBDF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CCEF6B-205F-2C7E-0BF7-686ABD6D763C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5E216D-501C-63AA-62A0-EB5F1949C0F7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90E6561-249A-6AD0-1FDD-290966963ED7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8C6E31B-90AD-F9A8-5DD1-8A14922E9DC4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CCB69E7-A9C6-23C0-C765-561A65480924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7508CFA8-D512-3E7B-48A3-833FD4D43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6EDE541-7967-A8CE-13C4-93F284B2C22C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E14BA19-D565-0798-84EA-382781869ADE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DA547964-8170-783A-4A92-B4C9E5717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9878CFA-FD5D-D7E0-1B7B-D0C7E4076526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7C06554-5EF0-A88F-B685-44E9D95B8B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A03ADF4-1ACE-880B-3E4E-9DD71AF6C606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888DD82-0EC7-CD65-507E-BA454B065A67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961C96A-46B8-3B32-5BF3-656BD913AA49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0DF4780-DC9D-D141-E296-C9D3827D45CB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3B3B422B-769D-0CC6-3164-C27F2CA8EC5A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B3B59C-3B35-317D-9E95-F6CCDCA8D383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4531CBB-3BF1-25CD-AD9F-315CC4DE00AD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D57F2F-DBE9-75B7-4B4F-889092555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8B14B13-F3EE-3A08-E103-81A2AC81D1AF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6B51CBC-142F-3737-72C5-5BC06A4FFA59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E45298-C800-DD25-EC9C-218AC9B381CE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1577CD9-CED6-75E1-B1FC-D4FAB636A96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12F154C-29FF-8C72-B723-B284A17C0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26B9BA5-814C-FEBF-1F9E-F577DB0E11CA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B898EB-030B-EDD0-3CAF-99F2B349F51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542A62-29F8-6261-9B56-5F2C7AAB7215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78EDB8-550F-F8B8-0E4A-35FD0CB8738D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D57C52-2ECB-AFAA-FC3B-B2587AE2BC5D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2A612E7-5EE2-A5AC-86E9-0FFD225B349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5221B8-6571-2A95-5986-128B9F46D508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83537C8-05EB-A356-5226-CCD27C1C602D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E6E62E-D9E0-A74E-1056-1D41AF5F3907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AF40BFA-6C2D-D4C6-C757-8AC72C4E62A3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C7263D-8F74-C5EE-0F38-301BDAA4CED5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4381875-6180-4901-64B2-785CCAB1D1B2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D620A5-7933-617A-4C14-CFEAE0F5F807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AEF6AF7-8088-9B21-0E34-EB35A538B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64CA81F-CE31-20EE-4D74-1DFCC5A39C4C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48F3F1-A53C-49FC-601C-880133E0194B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1B703D-ABDF-FB8A-F737-A4F6C23C6F15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C59C92-E079-4556-DDB7-A049A8597274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0F9E0F-75AD-E89D-F58D-7F795BD18F82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94D6DA-FDE7-F03D-8EB8-6565165342B9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56FCE50-BE73-63D8-F7FD-B8CCB295353E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6DC47C6-817A-A195-127F-41E837D7A85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30EBACC5-AA8F-0D24-83F7-B75565C4A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88DE79B-120A-3C29-57BE-A716AEB0FBAF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733C9C82-324F-61F3-B0F5-F65E7CC2408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E1ED97FD-7BAF-0383-3A5B-BF67F6474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473AF1A-27A6-A0A8-5B2F-67FD87FEB839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F0728AAE-3BC0-FA5B-F675-5FF08E9D193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DAAAE05-2A3C-CD6D-4B62-D30A4E784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C642BD4-7AA4-F9A6-ED65-A6C79B740F77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62962ED-A183-1E2C-CFE7-3C10448E480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C1AACA7D-1766-C4A2-EB90-D6BE6571A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8E84163-152A-F0E6-F04D-9C061A6E3C08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5EE68D4-1D8C-FF79-B844-2DA85D5177D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F8D371F-EE5D-8733-19F4-392768162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98BD1A-7813-BAD5-A048-8E7ADD91F4A8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9045324C-6685-F223-B7F5-333887BA960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947C7657-CF9E-6BE3-01F5-932CFE670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FF0FC1E-695B-FF21-4724-DEA52573157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D49EFD7-5F7A-4F23-25B8-F2285F34A3B1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262243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CCFF-77C9-91AE-8701-D6807CD7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160B80-F06E-09C1-93D9-048923BD1812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1BCCC4-A84C-EB23-296D-40E98EDFF39F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1D9476-F72E-17CE-78C7-C51BB79DA7D9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BBD517-A674-1973-8B59-4941D3C35713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8AD332-911A-21EA-3E95-16DE4AFFF87E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159E3D-6AF6-F4AB-528B-39942BD2E808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5E15508-745F-6306-2830-391D00899F1F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8553C4-2110-435C-8914-D8E7193A4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74FA6F8-EC2F-E620-D5D4-E4AF8F306B4C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45AF13-DC5F-7500-1516-7DFA8842311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DDF5D2-8082-4424-FB20-7C8A3D4E546C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148290-94B5-3B1F-F55E-C705E8535320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B967C1-EF6F-50B3-5132-568703FEDFD2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C054EA5-EDBB-30FD-F04A-BD6000073A0C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A58AED8-55B2-305D-4B14-225739C35E7D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F5DD94-91B6-62DB-195F-CB64DE7589D7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C684433-5C2E-80AA-5A54-3F74D98E6F0D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3117100-8BE7-12C9-35BB-EF876A67891C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62A5606-864F-DC38-E889-50697A7E207A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66C546D-6ADD-3DDE-1204-C75A79607ECD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9FB1B0B9-069A-F4BC-836E-20220B598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A79D6EF-292C-4D4B-F8B8-F3CAC1ADBBCE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8391AB0-680C-475D-8DA2-391BAA5271FF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864E6813-DC9D-B315-9553-585BC75E0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D2E4758-20C8-49C4-5EAB-BB6D7C211F4D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38B92B0-9359-CC08-ED36-FC7A0022C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5B5985B-B3D0-0B0F-3623-8D149A387355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8478F84-24B7-3D5C-F38A-71D42372AE74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29EA19F-2355-FE12-55A7-7774998138B0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AD583BB-5EA1-EE5B-15B3-E6660F57B628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72DFD94-4C54-55CB-7471-AA7DE688D86D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5A1ADC-8B9E-327A-C348-366546F1DD3F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7DA4E2F-52EE-9580-E058-D3861A74B00E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4EA3418-95FB-8176-491E-96FCD9A7F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C4580E1-BB6C-3F0D-113D-335A7775CEB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2071C9D-B0ED-551E-438A-C08D5A810F52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951AF4-CD23-3EBF-D619-C4F3958CAABC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79AA6C-9803-F9D5-3469-153263DD6BC5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B9ADE84-4019-28E5-6D57-F869B72B3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28EAD81-A920-5762-6F2A-13EE183B5BC6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CFB294-3138-7813-BD0B-BAF85BEEFD5A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B671F3-C9F4-4A32-EBC3-3674DCB9C1DE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85CE700-2B6B-6D74-B8C0-EEA7AA019442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0A5B87-17A3-A2F0-5078-621E2204D54E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B6B1F4-66D9-B59E-18D4-FB58D451BE8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81BFC5-88AF-BB20-B2E0-B45E74630E20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7A935BB-0642-440B-A177-AC89B98F420F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542AD8-5F64-301D-AA06-3004DFE1C909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1A28B5-7950-03A9-C12B-0455B0E9DFC2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E5E23F-07CE-9B65-9E7B-4B6CD6A46610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5597121-7432-6608-6E34-E50D81D0E6F5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0FE3E2-E70A-BA75-C09B-891605427F38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C931BB0-8842-C194-5123-85A9DD2A5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140CDE5-F0EF-8DF2-9624-7D2876FE48EA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3E19DF-58A7-E31C-99A8-D1E9E7F1309D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6DF0D8-AE88-D340-F5E4-73B4ED969ADE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D65FE5-7F82-51E1-C56B-1FC3A6A8B47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09246A-DBD0-FA9C-543B-CD0ABE70F744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E07BE3-E161-5575-DE3E-4DA5BD226B6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DFCDF25-611B-B566-F5EC-64A3F773FA49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27E91E3-74DD-BCF0-0DB0-128A61443D3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E89CEC93-614E-B4B1-4271-BFE2787A6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18E62F8-418A-A45D-AC0B-21022E9B630A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5149238D-65D6-13F5-D2C2-361775C6FE3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4F42A84A-B0D5-D2C5-A275-C914EB87A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98C6669-2587-1F31-CE6A-33B796719FB4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0EBDF1BD-E4DF-7387-6EE4-F3B888B8874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8237177-94A6-659A-CD88-7BA363070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04DA542-87CD-4860-F6FF-C138008684CC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CCAD07F-F370-C595-1BA3-5C2EB331B4E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9825B4D-415B-BE0D-9F63-26D8FD7C3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5BAA616-BAA3-48B4-81AF-C407A9BDE02B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2CEBC6E-0EF6-A6E3-B32A-3588F01BAD1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57197F3-713D-ACF5-CF27-42823B765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219FADC-25B6-1208-46F0-F7ABB426F263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E9717A9-11A4-AD4D-8CE7-8E78C5B0F32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3ECB22C-ADC0-CA32-4B5C-1717A0A4B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22799C9-0613-783D-47A9-CE5AF7D48F51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7737C4FD-3B56-D691-ED8C-2CA58D99CEAA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1EB7D0-8BD0-0ED8-60EE-443B3A0B236A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B231817-6D85-2AD7-E1ED-8727616C61F3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C8205B7-CC12-1A3C-E881-394796E8804A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ultiplication Sign 48">
              <a:extLst>
                <a:ext uri="{FF2B5EF4-FFF2-40B4-BE49-F238E27FC236}">
                  <a16:creationId xmlns:a16="http://schemas.microsoft.com/office/drawing/2014/main" id="{48FDCFC3-5004-EBDD-261F-923822239B4E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40E98D8-BF3A-3F23-DC9C-3F2377309AA4}"/>
                </a:ext>
              </a:extLst>
            </p:cNvPr>
            <p:cNvSpPr txBox="1"/>
            <p:nvPr/>
          </p:nvSpPr>
          <p:spPr>
            <a:xfrm>
              <a:off x="4928616" y="214884"/>
              <a:ext cx="755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Warning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3717881-F03B-B836-97F1-C0808C90A724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667ECAD-3015-926F-03EA-C1BF7F5EFD85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Overwrite existing autounattend.xml?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This action can not be undone.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D07ABBD-9781-37EC-7E30-A4A5C97E96E4}"/>
                </a:ext>
              </a:extLst>
            </p:cNvPr>
            <p:cNvSpPr/>
            <p:nvPr/>
          </p:nvSpPr>
          <p:spPr>
            <a:xfrm>
              <a:off x="6880657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BE03BFDA-076B-62B1-2B9E-278BC36837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36" y="2973898"/>
            <a:ext cx="560399" cy="5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45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A435-5790-834F-95C5-AFF5FE18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8654AF-ACB3-9149-57B4-A3665D72964D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2D8DA-EC22-0685-1A87-FFAB6B4A79F9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03CB4F-1D32-A030-B87B-E8BF812D6663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269F86-EAA2-DD3B-418A-624F34274F0E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FFCB67-0293-2A9C-7A98-12000704A0F6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7E8440-FE09-0CC4-6923-895DFB2DA1D7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503378D0-BE9F-C895-BF8E-494AA75107D6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B1C264-BCEA-2747-3EE7-95CC257EC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52CD3E-A9D9-4ADB-54D9-75037B414054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891DD7-9256-1306-9399-612A6706E10E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6C7BDE8-E7BE-4B3E-3C61-1404244158E7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DB98112-CCD8-C167-503F-BE11D83E4A26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FADFAB-AE07-49F9-7DD5-139054186301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42ED2E-29AC-DDDF-1077-0F30AAAAA0F5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1CB365-4684-B862-C6C2-17120671876C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1C3957-CE11-0160-9895-D71EE0D8CFA5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A970B0-CC5E-ABBE-DAF4-1890102D7B35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2EB753B-97AE-A72A-96E0-1464411DF2D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76B1210-2697-570B-4E23-F0748956CED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2335C04-5FB4-3B8B-1A76-C7497710D39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5711893E-2953-75ED-0BA3-F778E9C80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83494B4-6D89-2037-5263-C098C03E74F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782A711-F729-F7F9-BAA2-D6BA50B1BFA9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6A00D1D-07B4-942E-AB12-80F006520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FACC354-D620-C929-E326-95449B793B9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7A5E200-4895-C09E-5AB4-E9B0476DB0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6DA8E7-FA22-784F-D3C4-F137CFE69EE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03AAF2C-E539-8C8C-1C80-055438405FDF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680D3D-32FB-E5C3-9B50-D432DC80DF56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2450E37-D245-A663-B763-572FE31A3329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2DC71CF-9400-3110-FA7A-8C13C938C3F7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16821D-05D3-F9F8-9CDB-A73E011AB633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5CDCEAA-1CE5-AD3F-FD23-FB30B7DDB8CA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10EC9C3-2B13-B68D-EA4C-96913701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8A551D7-C824-1E1F-B78F-9A1E57F20E5F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D6642E-9357-CD91-99D2-0733E5EB4859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CEF9969-4E31-729A-977B-101D5AEA7ED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45E398A-F5F8-0932-C089-25C91969B243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55BD455-BB0B-ABC2-33D6-DAEEE0840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8303F35-F4C9-1C46-D2ED-67622C75278A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70060E-7E1F-EDEE-5454-17AC83572DE3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8B8849-0246-2826-3582-27222B2BA07D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4B7DA86-FD56-D8CF-034F-7358A39BE423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EEE49F-BE04-B2D2-D50E-4BF0930C4823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D412336-C38D-AF2C-2088-46AAED7D1813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A3456D-0DA3-937E-B25E-6875505E6DB7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8311A-9F3F-2D75-F151-23C53F32C83A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F94195-790E-4E9A-DE00-53E1043ABCB1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DDF6D4-BD8F-079E-1734-AA555DC6B6C6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F7879A-8F67-E205-678B-018278FF45AA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98C7DB0-280E-2396-8ACE-A9D986253880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4650DE2-3659-A8AD-4791-165EF249796D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0F961E9-60DB-2EBA-848D-4625DD090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4FC2852-90D9-8905-43E3-8063E7B1F196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BC4D74-64F5-033A-88B5-E2CE538984EA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91FDDC-6618-4B24-D878-B05105798643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F85EFA-8C88-942D-601E-390C126E007B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A75239-0618-2E2C-F27E-F08D1F86581A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6471B7-D801-74D2-1792-98BC8FD275F0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AEB1439-386D-BCB1-A9B9-4E77EEAEE42E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B83F71EE-13A2-896A-AB95-C5ACB1D014E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AE86E7FF-C6F0-6A0F-3D16-E0FB54169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E0391B2-FC4E-1693-6A2E-7B1250E9DA2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21764DC-F1F4-BFA0-00BF-8C90744855B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63ED6F74-A2EC-8818-82DB-93E1B5889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A052414-26DB-85E0-F4B1-A21703217C90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FD05F93-51D6-49A0-834A-E7333DEC421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EA8924E-0C4A-631F-CF95-53519A64E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733A6C5-96AA-316A-EB1A-CC895CB86F8B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8F9E24F-FC1A-3B5A-7BB3-F1DED6CE3ED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9D60B18-DBCD-C538-67EE-DBAC64676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9CF9204-B27E-EB8E-035A-25E5A175EDC5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5B2F2D11-AECA-BCF6-370B-0041A110228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0E12D0D9-6C59-97AD-8818-9C68DB2CA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68640C4-2036-99FC-D1C2-348B187E9B20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22C96C2-2DE2-FC81-D479-92F2F8914DF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AB06A9B-D2F9-C134-7001-ED3073C27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C7FF148-0071-C46A-6383-3A9BC1065E7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7AB1FF91-6D6E-4B1C-D297-049A42075BF2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EC0808-39CF-9A96-A483-C944E9B07C4F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CF37F1A-EB5B-9A3B-13D7-8231BDF1A1AA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54DF10E-CED4-4B36-B620-AC5950FC3188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ultiplication Sign 48">
              <a:extLst>
                <a:ext uri="{FF2B5EF4-FFF2-40B4-BE49-F238E27FC236}">
                  <a16:creationId xmlns:a16="http://schemas.microsoft.com/office/drawing/2014/main" id="{F5543EA3-8F95-E72E-563C-D486F9571519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36F562-4619-7BE6-A128-D4A3809E32CC}"/>
                </a:ext>
              </a:extLst>
            </p:cNvPr>
            <p:cNvSpPr txBox="1"/>
            <p:nvPr/>
          </p:nvSpPr>
          <p:spPr>
            <a:xfrm>
              <a:off x="4928616" y="214884"/>
              <a:ext cx="755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Warning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CF0DA4C-F534-FB7D-60A5-13EFB160DE0D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A503A1C-6CBA-DD94-266D-2A4C243F1755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Overwrite existing autounattend.xml?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This action can not be undone.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39FAB52-D43A-F1A8-9CBD-6549DB1AC7CA}"/>
                </a:ext>
              </a:extLst>
            </p:cNvPr>
            <p:cNvSpPr/>
            <p:nvPr/>
          </p:nvSpPr>
          <p:spPr>
            <a:xfrm>
              <a:off x="6880657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411D9B6F-BA20-975C-C5F8-17BE967016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36" y="2973898"/>
            <a:ext cx="560399" cy="5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36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E6260-FEEA-80F1-112C-265945C4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43928C-18D1-D3ED-EFB8-94DE7A8FE5F1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6E41D7-8A6B-8A43-C285-DAD7C3AE31BF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841BF6-1E0C-DEC8-8DC1-7D6576C21174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FE6468-6309-7518-CC26-F32626CDE8C3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2578D0-B38F-18E1-EFC5-65B1AB7EA083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E9BE4E-C69C-9CCF-CF62-6847B455447D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8CDBA7B3-5AAA-8EB8-4C5E-28A7B6B260BD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B1731F-6506-1C45-BEF8-5F376EEDA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3CC4BD-DAC3-06E3-3528-E206F60FBE44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8AAC24-D133-C7EE-7C67-146C13F83285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F23611-FD3D-A165-B928-746F39EC1FA9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0C09AE-36AE-D682-A7BA-3B29AAE573A8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2D56FA-7353-3606-D49D-81019B529E1C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63BF95-6A49-8E59-6402-7F19747C0AE8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A406F1-4296-17A6-B729-BD26D98EC36B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BC587B-58A9-F8DA-0D26-33CDE8F969BE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9BA264-CF3C-D1B2-B701-1A727946E840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B709804-3E53-32AE-909D-1DCE21D20DAD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CD3525F-781B-9922-4698-8F338D70FCF8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974693C-01D5-7797-0AE3-B90600815AEC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B4D23769-0236-ECD0-1EAD-9D21249BC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961DA2D-3B46-DB6A-EBCE-6183DF890A0B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4F684A5-0634-0423-34C4-25879D09B37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30EDF628-E783-535F-6A96-4E479B193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B1B4D2D-9A1B-F5D4-9A53-1319E5E5B1DC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B339748-9CFA-553C-602B-0F94E19BE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D0160AE-B14E-978E-8D59-C864BE33E3F3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87A2D49-AB1F-41D1-AC00-09F6E7A7333D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DEE0BAB-97E5-4917-7ACD-488918F418EE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B958B1A-48E6-E9D7-3F5F-7FD1503520A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26B059B9-5753-5947-928C-5F8B179157CA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A839A3-2461-8C3A-657F-D3D629965B4B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6A49F5C-5689-104F-A0A8-8ADEC63192FB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0A786B-BD4A-3EFC-3243-E088121D8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16E58ED-A23E-D317-7057-61FA2FAEF9C5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A099F2F-C5C8-282B-D157-72D3A4E54951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DA8CD5-5012-ABA0-F941-58E4375CE42A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C568E8-2D76-E267-2CE9-2FB904BF53B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064F2E8-ECD5-F106-63D1-92FAE2106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77130B1-B3C3-F5D3-3CBE-219F3534296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FBD8EF-E46C-1571-755A-A86C1AF16A0F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022BE4-4A5A-41C3-1A1E-283DB1F09679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87D1857-391E-AE2A-697D-BA234B3E4E1D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D2BCE5-DCA0-CF61-4FF2-41B5898846C2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AB04102-2775-21CE-DCCE-BEFB9B4312A5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156E51-BCDF-ACA1-040F-899B794502C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D7D867-0547-0DFB-32D2-EBBA2F99B9A5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5F800A-D224-6299-827F-557C11F79FC0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B21718C-753A-A02E-FC4D-F48C0EA1673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C01DE3-4A5B-6CD1-85B3-DEC1D64CD368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380240E-6B91-F4B8-BB5E-32770B04E9FD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1409FCB-D616-A36C-5DEF-E782BAE6338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6AB1C32-559C-B8D6-6D2B-6FFE7A6BD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C42CAF0-7D07-4E98-ACC4-5209585D53A6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AFF2E9-00D2-BB65-F8DC-3B7430D4CB49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C147276-2C3F-683E-D32A-CF3A33756E5C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706BD6-EA72-2BFF-B47B-687341023CCF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E008DD-D947-63E6-7112-8315F452B8FD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5D570D-A146-B6A4-78F1-D2C845EAC6AA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D57CC02-E7C3-0E8A-3BCD-664667AB33A1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C8B12FF-A898-BABF-4C78-A39A036AE9D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118240BE-17F8-75AF-D697-75C1B28BC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5088560-554D-0AEC-D4E1-28338270472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24A3E164-6C30-2203-51C7-87511017151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5247B59A-EB47-7B24-CF9E-32BD75C91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F653951-0F40-7D14-D7E6-9F52A86E1980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90935A51-3AFF-D63E-D442-B891A6E9AFD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61768BA-A239-152A-9AFC-BBF4FAD08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7E2C9B5-4218-BE1A-7886-8B0DC099A49B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2248322-C482-F466-7F3A-D082655C7DF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98716432-9C3B-77C6-915F-53215CD35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EF72EFF-F9DC-AE08-5D68-7039436C24CB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1C2B961C-CBAF-C8C5-EABE-A3DEE07CA4B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799EF379-410A-A86A-EFBB-258AD53ED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2F13E03-74E4-0FD8-929F-C76BD527008A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5C9E7949-8543-6C84-8219-B1DEE5F5158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F0D886BF-EFBD-FF12-1E79-805088FAE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7596762-509E-BE79-6537-0ADF30248F82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9F71497-58D3-20F5-051C-07BFFEB6D4C0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DF75C71-94D5-267C-215A-5C7C8BA0A2D5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0914A88-DDB1-E060-0223-8950FEBCB77F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CEA01F0-728A-A013-5B63-2C02586F5A34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16940F01-72E3-920A-32DC-1F0072F58391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0B3EF8-0049-09AF-7E75-5C1C41EEA83A}"/>
                </a:ext>
              </a:extLst>
            </p:cNvPr>
            <p:cNvSpPr txBox="1"/>
            <p:nvPr/>
          </p:nvSpPr>
          <p:spPr>
            <a:xfrm>
              <a:off x="4928616" y="214884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Info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103F36A-E751-61B8-6803-8EFBD3C03E6A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1B477EA-15D7-9F41-7440-EF9C98F8D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7EF2C43-79D1-871F-4DF4-DDA561A53CC0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Done! File saved at: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&lt;settings&gt;&lt;savePath&gt;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AE69419E-5C96-1DC5-A65B-D64CE2BEDD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46" y="2984763"/>
            <a:ext cx="492762" cy="4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52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8E4A-F33D-E4A4-EED9-4AD244E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F4F02C-1F56-4676-8309-73A30CB0B4B4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603E5-E745-9401-D231-05ADB4052542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D91A52-D0CE-6C28-77B3-4F5C00A0A841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A2BBFE-1DD0-0F3B-BE38-82E96482C22C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ADB883B-AD24-58CC-9414-7FFEE201D471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A3E662-2D7B-B796-306C-9461DBCC4099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87CE2769-53BF-4636-C16B-7AA17C022B5E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8F8ABDD-EFBB-CB8F-DDB9-A788EEE64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BDF9AC8-678B-3EE6-CD42-6031608B0F3D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3775D1-04E5-B7BB-67DD-8D6F0D27EEFE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6D692B-E194-945E-FC2D-563AADCC7E62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419FE3-43AC-1B8E-DD49-AA4C7B6CB5F2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DF2485-D40E-482B-A09A-5FEE306DDA48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736EDB6-2628-B1BD-2964-3337F205D1EF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C93DD74-FFA8-E32C-517A-5AE37089386E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02401D-95CC-AE3E-3B61-C3D0F507FEBC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71C05C-5AE4-7744-8FE8-981FF2010DE3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889486-939C-CBBB-FD52-3DE39A1DDEF7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9B6A260-568A-C70E-7BDB-CA59EB4FC58B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6A590BD-28F2-7E01-5457-210FEF2BB5F1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59E7BF8-8692-56EE-DD2E-EB0D0D955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0A66DC9-7B13-6370-51CE-AE8722615A17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2982DBA-68B1-7B9C-6252-CEC1C264381A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D7E00EAF-D616-974B-D5DA-1B6D7A661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55B42784-4A2A-2A37-6C17-B602B596711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3DE2523-41A4-0C0D-4A16-1E6310AC1B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DB0E9B8-C5F8-3E36-7E96-72208834D666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0EB629A-3B6D-4A86-3335-75AB10B85292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8734169-8622-CF13-495F-DDC141C4412B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41945DD-69A2-AC24-B21B-7A091892998F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92D86EA-20F1-9D06-F1F4-CFFD91514E7F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F565D8-BA45-7C65-C829-E60E30BADDDB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0E32487-F043-CA8B-869D-DC6658AD8795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EC0F069-AA6D-906C-2D1F-8F48515F0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15C03A9-86CD-839F-67D0-EA70273C886F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ED84F4-80B6-5837-CC34-AADAA8E74BB4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18E0628-1219-605F-A885-F9B6A5D8A54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924823-254B-D5BB-E18E-06217878895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C84F46D-5373-6068-BFE8-EB1FE1F3E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0605534-12C5-A0B0-E0A1-00EF8080FAB3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313032-6E27-B23D-50C2-97044E753ACE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739ABD-9B06-6A47-0FC8-1A289D245E7E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9B507D-17B6-3C3A-7F5B-8712F97427EC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28FB3E-8942-AEF7-534E-70328DD362EB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BBC9A3F-E79F-8D18-8D3C-CFCD72787381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653159-3C14-022F-6EE7-03264AECF345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54362C-35A0-8492-07D0-D91E287B1000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BFED6B-BA99-28F6-A7B1-483ED09A469D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526D08-66DD-104F-FE53-D8A45E7D2C5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294B5F-A97C-4214-30B3-DEF3C01AB755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F9BA624-80B0-3647-4667-A38A7C4DB89B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3FA42DF-D89B-A200-9C9D-855C8CDA4B7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ECCC9E1-08F3-F130-30BC-846043C77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DDAA603D-6631-009B-1412-6779606537A0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C96C5A-7969-8BD8-1ABE-E9FFE2BCC24B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697717-EF48-F86B-9C2F-CF07B52A388C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03E88A-D41C-2AFB-BC0A-EE395B1F2566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5AF177-EA81-C979-312B-CEA08B015F9F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83880F-830D-5297-73A6-ACFA87782A92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EC1F7E5-3E98-499B-90EF-6206118B63F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B1795D6-3F57-EB3C-760D-4BEA7F1DE31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E6143D3-4627-58A9-8CFB-C63E7B4F8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A7E1435-F1B4-7BB4-6AD6-929BC98FAAFA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987FCD0-8FC3-BEC0-EA24-37E0B9C9435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DA9547F1-D382-7F9F-2467-5E8ED3E24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E2D46DF-3971-58DE-A38A-3CE7B65DDCAD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D02A5CC-4DD0-077C-E801-66DA23083C9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C363488C-DAD4-F224-6DC7-6864F0B75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3AE2159-7146-AF8C-6D3D-28DFA4185684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4E976D3-FC64-6624-DD9B-A91CB4944F0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4D783271-D9A8-A17F-42A7-99AB16E3B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03A8435-602F-E9A0-5814-21DE5E09852A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5BF4D668-C2B9-F586-A06A-FF50EF73E34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18640BB6-7745-292A-6364-971228064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8234DCF-07CC-2EC8-EC4A-86873387C34E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3C7F5D0-0ED0-E969-9D16-1C671BF7638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1775579-46AD-5A66-F4EE-A3194C7E5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F84D192-4809-0166-A194-CAEA9244D410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452360F8-E214-78C4-CE87-6314ABD43779}"/>
              </a:ext>
            </a:extLst>
          </p:cNvPr>
          <p:cNvSpPr txBox="1"/>
          <p:nvPr/>
        </p:nvSpPr>
        <p:spPr>
          <a:xfrm>
            <a:off x="1019239" y="6366406"/>
            <a:ext cx="1714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Unsaved configuration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EB0EBF-E469-CFDD-8377-90724F3104DF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7DB27A2-6886-1678-002E-C7D56081BB46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0566A9D-0539-AD55-1BD3-6C74932B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E61DCDD8-4D90-9403-FFF7-634995FAE819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96213C-4160-2339-ECF7-66A2136F5BCD}"/>
                </a:ext>
              </a:extLst>
            </p:cNvPr>
            <p:cNvSpPr txBox="1"/>
            <p:nvPr/>
          </p:nvSpPr>
          <p:spPr>
            <a:xfrm>
              <a:off x="4928616" y="214884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Info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7DBE9653-5B8F-A1C5-262B-8B5747D3FB3A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7BFBD2B1-A5E4-A100-3D1C-02CAD935D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429" y="645423"/>
              <a:ext cx="437384" cy="43738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DCFCB04-3342-5218-7271-420CAC34959D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Done! File saved at: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&lt;settings&gt;&lt;savePath&gt;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681EF481-5134-6269-0C59-B661C5B869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46" y="2984763"/>
            <a:ext cx="492762" cy="49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03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0533-AF09-6E46-7027-876A23ED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A7E611-F673-9EB4-C6FD-8644B2626B71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D6E401-1895-A406-5885-DAE58F20C12B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C0FD77-6FFB-F992-6A26-C928EBC734AD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7AABEF-FDC3-690D-ED97-2661B55C0BAE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C5B6D-5F10-FB67-95CE-B0EE870DD67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3DE86F-4A14-FD7F-505D-76D78591C823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3245374E-E414-386B-A240-D261615E721A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B57B12-8F71-7EB2-E5B7-2D02B752F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50F321-9D63-1861-6BE9-FE8508B9E427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B9B68-970D-F74B-B2B8-15D5BAFD2E19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A0FE6A-4B6A-7709-32F9-B35752C01CB2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FFBA81-BABA-DC2A-5C8C-50D78C8A60C2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B6A92E-F552-5341-0127-49AA35767AB4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6B474C5-B7BE-9A88-F694-30ECE6E037B7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4A90E3F-37D6-C2DE-6871-FAB8FF000457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3B790CD-B95C-0960-BE3F-E8CA69D75CEA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987226-4DD5-A262-1A4C-EA3904C8F44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6A05AC6-13B1-518A-34C0-A40835C6517D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86F3FED-94EF-F236-E732-7842CFEA022C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16FA5C5-0ECA-F0F2-CFEB-42E786C07909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54A55AF4-7612-7617-EBAB-95CF85817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DA601D8-975C-A794-39D0-DED9C37265F5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5753C2C-1AC3-5A63-3F40-7D6EC5927376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579BA6A-44D5-2BE1-42E8-916BB46EE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FE04280-F75D-34FC-6834-37FD67DDBE20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35BEBFC2-9D3D-C682-CF49-F3A2C24FB1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BFCCB97-6D64-5BDE-4908-554CC57E7631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30A299A-957D-E4B8-C92E-997603D064CD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0F26F8A-3EA3-4846-1C16-85F3D7A91980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621DDCB-79E1-B466-34FB-3DD9C2EB8CE2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89D5BDB-9C89-5388-CCC4-BDE60BCE3A59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81238A-D7A0-595E-360D-443CDA7A67D7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73D180E-7DE4-7D7D-BDBA-5CE4278B67C0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B0A6D88-053C-6F0B-9DE3-FD09CF3B1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BD9448C-0D89-522C-1B21-482CB22C63C8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50E1A2-18B5-4B34-CBA6-EB1CDC1DD7BE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F02E11-D80A-256B-494F-B36A55E93891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F98DFF-28A9-B7F7-C4C0-5569856C598C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4AC10A3-34FC-275E-EFAF-503E43387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0CCA773C-192D-D3AF-6174-FB182170F23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198604-2486-999E-02F1-4AF24BF1F589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5C713F-CD6C-05BE-9FB1-4E3171A60AB7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7A3C9F-193B-DF40-8E6C-4AA196AEAD55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D65E5C-87C8-2840-E7D2-F46B43CA1F9B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5DFB2B5-9989-F262-140C-60E6E192E067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6EDA0D-4CA5-FAB9-64F2-9F82C09F354E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E2DB96-CA93-9391-BDF3-25060AFB484F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DE60FC-7510-AC19-CDBE-4AA79FF9A4B4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895B68B-3E9D-14C7-C4B4-D391CCBCD26E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1BE7FA-F2C7-6808-73D9-8DF1D956B0E3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FF52976-B42B-9D5D-CDA7-2B6BE620BFC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D08A199-0807-6032-B1C9-32505803BEFA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CD234C9-0819-6A14-6F8E-3DE479149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BA0EE0C-2BC3-4139-B035-998A79CAD02E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148FEB-4235-059F-1509-97F9D746366C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123B27-6135-2DC2-1992-7428974E6C41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7619CAA-778C-B197-5569-7230498A8554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2A651-4F05-045F-FF46-28210187E12F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E35D40-BB0F-7253-1E84-A7F5B960AF7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759EB67-312F-BEC2-DB90-1FF604EBEA0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BCCC42BC-5A4E-72EA-D246-37124F36862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F9F8CD4D-4067-4E79-F5C6-D6509408A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E3DAA4B-5C6B-1C3E-0FC0-364EA492A221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E323FE25-B8DF-5B1A-65F7-B77C9DD7B48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839CEBD-CB65-3FD4-444B-A7512E93E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A4E289E-85E4-BF09-2CCD-6B2655B174B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074081F3-EAC1-5E61-2188-D9B372266DB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9E57C0C7-73CB-3C29-D77F-7F228AC2D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D21446C-E372-38C4-BC3D-21F79EF51E48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56B7C8F3-6554-3540-46EB-C375DEB9513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13168804-0D93-5D14-C1EC-CF7960AD2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E2A405B-BBC7-2671-86BF-6E31A42BBF39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533B2F5-22F0-20CD-0749-51199D44AF3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CFDF665-9B97-050D-996F-6970CF297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50F6941-FE6A-C3CF-2A26-339BC459F600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AB86A6F5-E11E-48F6-1FE7-C551D378E56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F2A0BA3-A624-14AD-D9C1-B0BCDEE60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22470AD-EFFA-7AEC-CBA3-2C7919F6B7FF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BEB2AEB5-4824-4D76-185E-6FEDABC647C0}"/>
              </a:ext>
            </a:extLst>
          </p:cNvPr>
          <p:cNvSpPr txBox="1"/>
          <p:nvPr/>
        </p:nvSpPr>
        <p:spPr>
          <a:xfrm>
            <a:off x="1019239" y="6366406"/>
            <a:ext cx="161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saved</a:t>
            </a:r>
          </a:p>
        </p:txBody>
      </p:sp>
    </p:spTree>
    <p:extLst>
      <p:ext uri="{BB962C8B-B14F-4D97-AF65-F5344CB8AC3E}">
        <p14:creationId xmlns:p14="http://schemas.microsoft.com/office/powerpoint/2010/main" val="1611571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C43D-4CFC-C240-4055-133CED2D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B73AAD-192C-3EA3-3D4A-FF4093A527B7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48EB72-5352-3626-6EF4-FC5D5AEBC2F8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78EBF5-A04C-32F8-1CBF-5D2A13288CD6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4C3FD72-3DDA-FDB0-D520-EB0A172B8BF7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16C456-14D8-5CD2-1002-7EE7A3F64681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9E9C2F3-2723-356B-47D3-EFC55958EFB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C8F8116-5365-0A6B-E0D3-D33EF152B83D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5E1002-D677-553B-3AD8-985BBBA5E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61A880A-BB41-0D8E-1728-916FA5BF179E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609DB3-9FD1-D0F0-2CA4-36005882D7E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61F20EC-8F8E-FB74-E388-4B3E44A7E974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925ABA-1FAF-97B5-F2FF-639D55AED5BD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C1BACB9-86F2-92DA-2A80-50B32B177941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9F4AD1-9D38-C49D-92C3-978E65C3C670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5B4C7AB-39F4-B8C1-15B5-8A2B40D39863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5B71D44-EB4A-CABD-5343-A2C1FF40C3A4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23FCBE-A700-956B-DB70-464DE3280EB0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8C3B37F-0C9C-C7F2-F477-0B0EC34A60CB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033101B-5A51-FBD0-C8EF-ABC5B5AF0D13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3AB3118-3741-2C36-50E3-C847CDF305D4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DC13704-5F19-F5CD-1866-5D0D6C4F6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742639A-9264-7E72-5C39-52A0B7833FB6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3DDD530-FE46-EB5A-6E29-A1897A04EDA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7B1ADA7-F0F9-EE9A-1072-20DE579F3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E120624-357D-D81C-A17A-E65A98F614A6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1C4EE5E-945F-6ABD-9B1B-47F4436FB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EDE3839-A2E3-68A1-9124-6FCD29762828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6D7147C-5881-975C-CC94-E594F94A2EB9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8EB725-E09E-E325-F852-E0F6A2312D10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9743C64-0534-BF08-AA04-2F4D7EE92EDF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E4938C38-B067-936C-6059-0011B9BBED57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F83109-374F-7916-124D-4F9851CFE698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D6D3AC6-0312-B02B-89D7-A94D0624E598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3AB6F79-9517-287C-747B-2D27A6154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1B0E9CA-9619-8E0C-3BB2-DAAAC5B033DA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824399-F8E4-8166-20B4-599211BE53F1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4062DFB-F279-4F02-EB5E-C668CB5F424F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F348A3C-3993-AE4E-BE2E-C1F8593D5C57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BD9E8A1-040C-27B0-178D-16E144916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85F4F4C-4FB0-A19D-79E2-49459096341F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179FB6-9ED1-4A81-3D36-CFA3B2D82449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740643-A858-1692-A7C8-AF51ABB4B950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9E34ADF-0ABA-FE17-CB83-B573DEAFBCE0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E8B5C1-ECF7-F45B-4808-AD572CC4F2E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CF754E2-19D3-DD53-F405-1FCDF3F6A1F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81CFB-5AA5-316A-268F-45067B6D69EA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AA559D0-2DB2-D144-4C40-60CDCF20B6A3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E45FFC-29CC-E14A-BDEB-4D8E95E4F3C3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101593F-4ABA-86C4-8110-6A883D48BF42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445E17-9896-DE67-9AA4-2ECC33AF7217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95CB035-6AE9-C2D7-95C3-3819C4DCA2A1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00F5393-1277-728D-D841-04F846625FBA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187EF5C3-1CAF-D0C9-5119-878B4E930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5B54083-2F14-8411-1E3E-B8ADABCC601D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B60940-5E1F-6E54-9A54-B3D677EC4C9F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B81BA3-3F88-C5F4-7F63-CDF39265EF88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789D7F-3568-3250-3DE8-D0DF83AAA300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4D41DB-D8F0-3B94-A0F2-62EC797FBF65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94B20-BC31-A504-1B56-D780267BAC01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D693C1-13EC-8AAA-2FF4-ECA0C0455993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C70739CF-CC9C-C817-D098-097B47A3B14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91417EF0-5467-8600-B927-5A8096C1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DE489B7-22F0-F7C3-3D5D-187B0400F81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BAC73062-1136-C698-5FF9-0FF2366B192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0AF4B89-4199-D5B3-6F17-6212A3EA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BDF4F2-1DC4-7367-87BA-72D94BC7E295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302495ED-F72E-D7B8-73A3-39BD9715189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71ADCC3D-9E1A-CE68-02D3-ADCB91D04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8F68DF5-FAC8-201A-F5CB-33133261D7B8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EE29B301-D037-CFAE-9DE1-03C51667459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358681E-FD36-7D96-9EF2-BE6B50B04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9B57616-3F12-BEC0-1BA2-33466F554914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723EE957-DBF3-B7B9-3CD1-1BAB0F1AD21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C68DA59-E9D3-38FE-4134-537026147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FE28307-ACBC-0111-A0BE-DACF441F65E0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65B3721C-6AF6-20D4-E53C-3DDF10AAA22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05A4755-BF6A-D7B1-0027-390A3C608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8B9CB7E-407C-5553-48C7-1308AB78A0F0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F8DF280-2D11-B8C8-BB07-228CC3D07737}"/>
              </a:ext>
            </a:extLst>
          </p:cNvPr>
          <p:cNvSpPr txBox="1"/>
          <p:nvPr/>
        </p:nvSpPr>
        <p:spPr>
          <a:xfrm>
            <a:off x="1019239" y="6366406"/>
            <a:ext cx="161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saved</a:t>
            </a:r>
          </a:p>
        </p:txBody>
      </p:sp>
    </p:spTree>
    <p:extLst>
      <p:ext uri="{BB962C8B-B14F-4D97-AF65-F5344CB8AC3E}">
        <p14:creationId xmlns:p14="http://schemas.microsoft.com/office/powerpoint/2010/main" val="2279542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2B85-06C7-A302-88C7-C1634022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8EF5EC-F7B6-2EF3-E313-0F3DDBD66898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794521-E882-4696-84E4-518E930D38C5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68385B-A6D6-62E6-94B0-8BD9221D66FB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E0A172-106F-1C63-CACE-E68D49BFB1B5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D06F77-A9F4-2272-7AD2-077E025E1BCD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D52CD3-D8E2-004E-080D-C17E72281364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FC5B061E-B91A-CE21-B712-C2F7F3032920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F76E04-9914-87EB-A332-C21676258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7F1ADFC-7570-9B92-630F-A08932BE85B8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1091EE-D3D6-07F3-C8CB-92E3FD51A5B2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F55552-F518-43D2-E913-ED31437E1BDC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067930-E2CB-65AC-F244-89798AA63D77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463EF7-0F91-C745-1FC9-7DAE61A5FC42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603769-DDD4-148D-3B50-308FA051D104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138990-918F-ED27-F299-BE94117237D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B261A3-9AB8-8255-7281-978C08DD42F3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FA94CA-0349-FB2D-29C5-C2025F114FF7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CD11F17-47DA-B927-15B3-064300041C9F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D962BC1-A4BD-AD0B-E021-96F919180107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2E9B969-47D8-CEFC-A1FC-FCFDE6E3ECB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7FF6F72F-5C1B-B0BB-FFC4-B54B2589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4FC94C2-E357-2FA7-D80C-4704E4C845E2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13291D9-F9F2-4167-644E-5830C9048AAF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B93A141D-7AB8-33E9-255D-DB9950058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D801CA06-874F-9201-BD62-8E40CA401285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4A6BD527-2352-6272-6833-AC5B4B1D46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EFE853-EB59-1E4C-561F-9C029FE141CD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DBA67D9-3920-6442-E62E-017DCB2EB665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F224C14-EF10-3325-5ECC-925FEFB1FD18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E7070EC-4256-1335-BABB-9353DA5A7577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89D6E9C3-6AAA-1D7B-0FB4-DDF8AB99BD43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4B6E79-99FF-AB61-E137-49AC03710452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DF8A289-A86A-C276-3AF9-F13C88C694CD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2B69B41-58EC-08EE-C338-832F48103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E026D70-4297-9703-6BC7-95E91B38A9CD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08DD05-0B2A-A942-6A1D-C942801F4641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5493FD-BFD0-4A26-2127-7F37479CB2D1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7904483-3666-813E-3A26-29C86F1C4FC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3B42098-9181-E703-AD76-9C6FDFDBB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ACCD9BC-512E-DBA4-5402-B11D1BF11BF2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C8D3C9-203F-9D3D-5D19-52FB3D67ADC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C2F0-3A71-7F85-6847-6D23F0F2FA9F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8642AA-41A4-A4F3-4E51-DDE01036DA84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96A3DF-6E56-838F-7B9D-B185528EB401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52372A7-9E93-6982-E938-03215700BEA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8D6948-6D27-40E0-8A70-D0792001BE46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07174B-1D7A-2EDB-D5FD-6AFED8B336FC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E62984-20F6-9D2C-1398-A9E8FEB51A89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C7B996C-AD26-6EB6-A955-D547AFEBD98A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81A4F3-7B39-D164-A36E-8FB467158C9E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3ED838B-487B-8077-4CEA-D964E132F27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2CE4725-C775-F37B-1296-D101BB80ECA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81637E4-E285-CF1E-9815-9D80DF80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2305A80-4243-24F1-5E93-4BFA1B27DBE6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EFF673B-C71A-0D89-F304-7708FE3F2B5E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09E1CC-3B86-8812-10BB-54D06BF4A365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D1C28C-29F8-3432-FF58-39AE7EE61273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4C4A9E7-0108-99EA-39E7-33D13C62D5F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99D510-CE24-73D2-5175-75FB3C3A0E3A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942A711-E772-7BFA-A551-7713DDD0E5D0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66A1BDCB-A8FE-B191-46AE-5BD76CE1FF6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FF7233DA-E2E4-44AF-1681-C3F6FA48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5F3BEB-01AB-C06D-0017-2AAA64AEF9AD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F18DAA85-BC17-F6F9-15AA-E39BADB200E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2D06BB6-605C-CF22-8A58-E19069AA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A52492-0642-9EDE-F459-BDFAF16F54F3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BCE2A625-9543-ABB1-A4A1-9A25EA5A7D0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E9FC50BD-4739-91ED-3FBB-425E2C03E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37E46A4A-6DE0-E6C8-70F4-AE9D53D9C769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4C835A9-70E5-F59D-B0E0-2E79422E398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9E16199A-3BFC-56AD-454F-12852E3F2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0158F84-D1C7-A392-9834-645C05C413BA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D40B3DC-D6E1-C3B5-6FFB-9674F53EDF4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379E8A3-8AED-0B2A-4CE3-A68F2C4ED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925A041-8E06-956A-A0F2-7C79DE4E9C6D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93AF215-9B5C-0D90-B995-91F55B35CF2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3EC1C5AB-515C-4304-31A4-D22FAFFC1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3EBF2E4-CE0E-A8E9-4A54-137AA2438707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2DAFF19-F8C4-CB1D-5C71-428C22D2E91E}"/>
              </a:ext>
            </a:extLst>
          </p:cNvPr>
          <p:cNvSpPr txBox="1"/>
          <p:nvPr/>
        </p:nvSpPr>
        <p:spPr>
          <a:xfrm>
            <a:off x="1019239" y="6366406"/>
            <a:ext cx="161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saved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6FE919-2F0C-9D3D-E79C-22C5F3E60408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0E4AC29-A635-CD1F-605F-3F28F823A7F3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15B5C74-C8C7-40D1-608D-FF4DF86A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B2DCDE71-238A-79B4-91CD-D6C1CE3B74A0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9F7D7E-BAF7-5C4E-7BE3-B7E19BC705B1}"/>
                </a:ext>
              </a:extLst>
            </p:cNvPr>
            <p:cNvSpPr txBox="1"/>
            <p:nvPr/>
          </p:nvSpPr>
          <p:spPr>
            <a:xfrm>
              <a:off x="4928616" y="214884"/>
              <a:ext cx="755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Warning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4986D9DD-C859-EBFA-FF08-6410C8B4A3FB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683BAA9-3538-E773-CC71-F4F5D40A5172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Clear all configurations? 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This action can not be undone.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61B07E9-90DD-6536-9BB3-D978637E7E0F}"/>
                </a:ext>
              </a:extLst>
            </p:cNvPr>
            <p:cNvSpPr/>
            <p:nvPr/>
          </p:nvSpPr>
          <p:spPr>
            <a:xfrm>
              <a:off x="6880657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1EF06FEC-A09F-B942-196B-50B2EC8E0E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36" y="2973898"/>
            <a:ext cx="560399" cy="5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76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4718-3B47-FA6D-85BA-E70AB04D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2445FD-7AD9-9F82-7A1E-E0A4073965F0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A60506-CAC5-596D-27AF-F767A4A7FABE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72C9FA-9F06-662D-0FE0-DFFD9F622125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474A37-57C1-605D-7FF6-24500C486BE0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2A2892-8B1A-0168-C0CB-8427949DED14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6A94D7-D1B9-A02D-2956-54E09636561F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F2BC6CC-A894-33B0-364F-BDD7EC19B75B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3EAE7F-6FC4-2976-B6E6-A1C4C025C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DABE55-01AC-26C2-2CCA-05928DF32019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CBC66DB-A618-C061-4804-997F1DE415F8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CEBAAA-0A55-9DA5-2087-0364F20E26B1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F6763A-C6AF-B2EA-DFE3-C8B5ADA83F62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BFA16E9-3340-E768-210C-58B00742BC90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A98E063-522F-FDDE-4B00-D3F89F9B38C2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F96B88-79B6-BDAF-3490-4FA4A4507BA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3D86244-B2C8-04FA-181F-459A45203846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95D10A-F945-5B8D-504E-01DA1E226E1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B66DE45-77D0-382A-6273-9C44F150AB0A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9C9375F-BC1F-C0F3-89B1-F1FCFB690F96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4DFE404-A49C-8779-7CD7-E0C653838127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F305A0E-CB39-1533-6779-18CBFF254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F169C27-F4F1-9CC1-7216-87A9F7774386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CB739E6-9B55-B9F8-B085-63C7D6809F3A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CE70C5B-57A9-EB2B-015D-0AA4A803F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AB3F3EB8-B325-0C46-2D58-68EFEC384C53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83B9F3C1-DB6E-11C8-54E2-1617E4EBBE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8A0E8E0-6E84-D0D4-43D2-F3FFAEAAD05F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AA453CB-E162-6043-91A3-0736A8C2AD3B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7E27410-796D-2D23-D4E8-7BB2B87BBB0C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0870A44-74E4-B638-DEE7-9471563221C7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1E9A759-499F-8772-7CA7-3986844D07CD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900B81-7B95-89EA-CDBF-BF08EEEAD5B1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A105F4A-6ABF-0574-3264-6D541EA386EB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914BA52-1A04-8505-8CAC-32FCD2660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E15CBBE-FBB4-1076-ABB0-A162AB8CD47C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9CB1CC-4FF9-3488-5368-A38A0412B32D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6C9A0F-5D80-CF54-C1F4-D588DE4E70A3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2ED300-0023-40F9-7CD0-D4D56624BB5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7984F0B4-1E2C-91AA-AE5B-653B0E70E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EE3D749-3403-1653-FE2F-2BAFC2B82212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14AFB9-D501-56F8-E00D-2E6E27F814A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971EB2-9EB2-07C2-0039-C614FCF39F84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F01CAA-DD9E-1EC8-521E-2A012CC830AE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852B96-BD91-4840-29E8-CEA5E192718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C7C9CA2-203C-9D54-2DC8-ADEC525D4C14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BEBE89-EC7E-AF2C-EC5E-812923C203B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ED86D4-9EDB-006B-6B89-D5CEC3E6932C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317A88-6A06-B34A-61F9-77CF92D0CC21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436902F-D58C-DFA9-DBEB-87C90485DD8C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12C660-A799-CD23-8F6F-CB6FA47D6E71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ED21546-9E2B-8749-1685-424A73370133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1029A6E-36A6-CD7F-A708-0BA50C0594C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2BB57F6-A21B-B386-2827-1018C0486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1AA3B7B-422E-1B9B-D1E6-002778EFE110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FDC89A-6D1D-1A85-066F-08E03771D888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054855-A47C-CD16-9B21-EE7CCDD2F1A5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FB33A8-915A-EBA0-7B48-5251DAA54422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D35264-3B58-A1FD-1E60-5D48A3737506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59AD2F-00B5-14B8-3B32-FCA2B99970E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3A9ABEC-CC5D-9469-2A6F-32314BFF861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B41D654A-F73D-907C-3CF8-3F7A3103F33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0642E12E-7ED4-4EB0-3D6A-6C686E2F3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B9441E3-2379-42E4-07C9-D5F5445AC1DD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B5644FDF-E50E-A331-7EAD-E734D6CB5B5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E5E6D1AA-EE43-4C1D-6DEA-879AC6E76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BA0B73D-AE15-7F73-8614-3E1FD19735A8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2AA99672-C8FC-BA3A-D31C-73AF8EAD819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333874F-2B05-20F3-4FD0-DE379F861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C893A43-D0C9-428B-90E5-EFDCA6BF6B29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46097350-D9BB-D8EA-61A5-CA7432756B3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B1881ED-AAD2-ACAB-AFD3-7345AC97E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FA9A4AF-F880-A9B1-D9CA-E47A0966D563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23871C1-D4B6-82EC-8798-9050B06DF9B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CCE99E6-708E-B2C5-68CE-996AA9347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8879108-DC1A-EC51-C2C6-E76032D38D7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E38FBA9-E5AA-676E-3179-EB6CBD133ED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BBFF998-44F2-F68F-A36E-6E4A817F6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1BA95BA-534A-F11B-C6DE-96B58A1549FF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425C02D-D61F-BFD7-5EC8-DA754AF9D4AE}"/>
              </a:ext>
            </a:extLst>
          </p:cNvPr>
          <p:cNvSpPr txBox="1"/>
          <p:nvPr/>
        </p:nvSpPr>
        <p:spPr>
          <a:xfrm>
            <a:off x="1019239" y="6366406"/>
            <a:ext cx="161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saved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0C799A-CDB3-ACD4-729B-86A940CDA054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3C3C73F-264E-EEA3-CA3B-1BF674333ECD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C9088FF-8173-9F9A-5475-0F5970D47041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E199AF48-413E-6209-B9C9-7811FC56FF22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37B3A4-F59F-AE7C-B1E1-F6518B747DA0}"/>
                </a:ext>
              </a:extLst>
            </p:cNvPr>
            <p:cNvSpPr txBox="1"/>
            <p:nvPr/>
          </p:nvSpPr>
          <p:spPr>
            <a:xfrm>
              <a:off x="4928616" y="214884"/>
              <a:ext cx="755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Warning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8AFD4C4-9389-BF91-E3F7-FDBCCF4A2170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5118E0-9D04-1746-40E3-D2BD4A24A6B0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Clear all configurations? 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This action can not be undone.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699F8C8-EF70-E590-D734-3C18E730CE69}"/>
                </a:ext>
              </a:extLst>
            </p:cNvPr>
            <p:cNvSpPr/>
            <p:nvPr/>
          </p:nvSpPr>
          <p:spPr>
            <a:xfrm>
              <a:off x="6880657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62CAF45F-A627-D0D3-58FC-38F9F766BA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36" y="2973898"/>
            <a:ext cx="560399" cy="5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81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9988-5933-692B-E43E-69E66B3E5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8E1D3F-9F47-C412-42E0-58CBDA65638A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3446A1-531C-F67E-2259-4C6DCA2D745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63C250-8850-FDF8-1AB6-7788668B9177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E5B17-7F34-A1A9-0AD7-2EC435C7FFDF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20471F-606D-9948-F5CC-7D956DF24E8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D3062D-7F0F-35D7-3443-BD177EF2395B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6A42D40-5C93-A4C1-5003-7DAF66F9FD2C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A18D81-4745-B822-5861-3DCD2C847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A361A0-2BDE-48EE-8D6C-1E2BD9277131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87A941-0EC0-21FB-E228-B1B786F943D3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4400AA-AACC-94BB-464A-6666AB15C3BF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C8B9F9-EFD0-FB10-F34B-D34784A462C9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9FEFC47-FDD4-BC4D-320D-5A44D312E2E0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4B8279-0546-D346-9921-792A373FB541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76B154A-604F-0F82-B14A-B2D44C603383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A6FB7A-FEAA-BD7D-CCF4-CAA22B9ECABB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78D6E3F-792A-C2E4-E298-FB33BB61EC7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D5600D0-D259-04E3-AFA4-DE9849CF86DF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736FF2C-D368-07C6-D12C-54D9149B8705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8DE0229-E268-23E8-D77A-6ED52854FD75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5355EE34-49C5-56C8-AEA5-318545A40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CD52540-350E-EF86-6730-EDC72E7B4AFB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55A330A-00C5-A287-0D1D-294C22086D10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E3A96DA-9F0F-7530-0C89-62DBC1105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8F8775B-FEA6-9E65-3E48-67402487CC3F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894A6344-799B-4B01-A5C9-4139A7744C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EE86031-4BCD-15F9-0CD2-6902BF7BB83D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7CBAA4-1038-56C1-8DCC-FF1E405FB251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BB2B030-DD0D-9858-A3E2-5D8DC445A00F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DF5E9D8-3C83-F567-9AC3-1CA705F1C085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C2734450-50C6-F188-DE43-C0AE77B11056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9A3FD7-3641-7AE4-0673-F6C2EA8605B4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435162A-C710-B762-3DB6-E6185EFC2411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19E0907-3AF9-1F46-1E48-0C3170285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78F9CF0-8FE1-4CD4-8698-75F691D5D980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1AAC76-C514-F221-303D-66B4B85FCB23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A7CF063-7FB8-95B1-BFE3-7F3139631E16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4DF1315-7C84-29AB-2BB7-C7E508FE8A1A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 11 Pro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204DCB3-3E9B-3272-8E38-0095A3C20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C305613C-87F2-2EB0-7DD8-6AE10ECF3CD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9B0856-40BC-DA1A-CDC1-C13923E6D39F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347C67-F1F6-3CCB-DFA3-195A6547565B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DB637D-7B30-708A-678D-F6F0C91E4174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ABCDE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5F5A5F-3805-B1DF-9CD6-DBB14F56763F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5F74E8-78DB-F17B-A6F2-D1B36107C04E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12345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840D2A-7700-CB1A-5853-6F2F4A7A4D7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E9E4B5-ABDD-F64E-43B1-DAA3B1255868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FGHIJ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D2D714-D108-2A50-5095-BB6FC909A591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0087374-9FC1-B9A1-0274-B0B90A199584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XYZAV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838EE4-4A98-9EFF-0DE5-A4142E3BDE7C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C78B843-F5AD-6506-CDFF-D09B972440C8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2B6F0F0-3859-F7E3-96E2-B74D5062E8E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Intel/AMD x64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2EDDE4A-F18F-5E85-D898-F0A13E462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30FFF19-E5A2-999E-4B1D-E1E065EF61E4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8D18FD-86CC-208B-D717-7D1F597B1124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0E4571-B2F3-DABD-92D5-03F1047E5801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1A64B0-626C-03C8-1415-7AB6A46D2763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7D947C-B872-D1FD-B157-1D9B17303892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5DA7B4-26F3-F0F3-AF35-319E672E4E02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09EC643-150F-9A09-4CE4-0138394C7605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A2D1B79E-8B8D-1B6F-003D-3C2FF3601B9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23644ED9-B988-EE68-860C-1A583D59F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7896AE3-1172-15A2-9499-1D6A168D6A9B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1F5DFCFC-AB6E-12F4-D2FE-431F72FB137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480CCF9A-247C-E861-4030-295584DEA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451696B-98AE-21CA-A7DF-715438B57323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CC96D24A-4EC0-D88B-AA00-90AD620DFD5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E544692-8275-9D89-1BBA-BDFE20EFA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B4B2B2-1769-7876-0EFD-822C4C13FACA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0E13779-9192-4FAF-7654-24850C1E5B2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29439BD-F863-E0B0-D318-F7103F9A3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464EF42-27FA-B2CB-3F84-133424AC06B3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2E31C9B-F236-4E45-2264-39BE4FCAC82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6F489959-8CB8-9E3C-6EC7-6BEA4958E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3A7CBE8-2CEF-8F90-35A8-EB961B6D848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CD8C912-3DCD-01EA-5E42-482812C6106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C37B7848-62DB-B0C6-F2B6-052B19F30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169ACF8-2312-1350-F196-E8066B66A4F2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2E999BF8-6762-8003-F7AA-6ACEC15B912E}"/>
              </a:ext>
            </a:extLst>
          </p:cNvPr>
          <p:cNvSpPr txBox="1"/>
          <p:nvPr/>
        </p:nvSpPr>
        <p:spPr>
          <a:xfrm>
            <a:off x="1019239" y="6366406"/>
            <a:ext cx="1612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saved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FBD123-DD67-2724-8A35-3D31F89DA42C}"/>
              </a:ext>
            </a:extLst>
          </p:cNvPr>
          <p:cNvGrpSpPr/>
          <p:nvPr/>
        </p:nvGrpSpPr>
        <p:grpSpPr>
          <a:xfrm>
            <a:off x="2590922" y="2582569"/>
            <a:ext cx="3968496" cy="1705356"/>
            <a:chOff x="4928616" y="214884"/>
            <a:chExt cx="3968496" cy="170535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5E5CC5E-3FE1-30ED-AA7C-C88E5A93E84E}"/>
                </a:ext>
              </a:extLst>
            </p:cNvPr>
            <p:cNvSpPr/>
            <p:nvPr/>
          </p:nvSpPr>
          <p:spPr>
            <a:xfrm>
              <a:off x="4928616" y="214884"/>
              <a:ext cx="3968496" cy="1705356"/>
            </a:xfrm>
            <a:prstGeom prst="roundRect">
              <a:avLst>
                <a:gd name="adj" fmla="val 5229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5C4FE38-4B7A-30BB-A82C-1B2C8BF5394F}"/>
                </a:ext>
              </a:extLst>
            </p:cNvPr>
            <p:cNvCxnSpPr>
              <a:cxnSpLocks/>
            </p:cNvCxnSpPr>
            <p:nvPr/>
          </p:nvCxnSpPr>
          <p:spPr>
            <a:xfrm>
              <a:off x="4928616" y="491978"/>
              <a:ext cx="396849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ultiplication Sign 31">
              <a:extLst>
                <a:ext uri="{FF2B5EF4-FFF2-40B4-BE49-F238E27FC236}">
                  <a16:creationId xmlns:a16="http://schemas.microsoft.com/office/drawing/2014/main" id="{9B0508A5-6307-1FB0-C89B-448D5C46BFEF}"/>
                </a:ext>
              </a:extLst>
            </p:cNvPr>
            <p:cNvSpPr/>
            <p:nvPr/>
          </p:nvSpPr>
          <p:spPr>
            <a:xfrm>
              <a:off x="8565753" y="234580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715F20-E338-06E6-1362-C11D2E47A1F4}"/>
                </a:ext>
              </a:extLst>
            </p:cNvPr>
            <p:cNvSpPr txBox="1"/>
            <p:nvPr/>
          </p:nvSpPr>
          <p:spPr>
            <a:xfrm>
              <a:off x="4928616" y="214884"/>
              <a:ext cx="755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Warning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E0986A5-BF9C-393E-BF30-4E1A22546A85}"/>
                </a:ext>
              </a:extLst>
            </p:cNvPr>
            <p:cNvSpPr/>
            <p:nvPr/>
          </p:nvSpPr>
          <p:spPr>
            <a:xfrm>
              <a:off x="7893279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4F388A8-A077-DED6-DD6A-293624571511}"/>
                </a:ext>
              </a:extLst>
            </p:cNvPr>
            <p:cNvSpPr txBox="1"/>
            <p:nvPr/>
          </p:nvSpPr>
          <p:spPr>
            <a:xfrm>
              <a:off x="5947871" y="601757"/>
              <a:ext cx="2814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Clear all configurations? </a:t>
              </a:r>
            </a:p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This action can not be undone.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6F78878-E1DC-B5FB-4C1C-0C817F5F5A5F}"/>
                </a:ext>
              </a:extLst>
            </p:cNvPr>
            <p:cNvSpPr/>
            <p:nvPr/>
          </p:nvSpPr>
          <p:spPr>
            <a:xfrm>
              <a:off x="6880657" y="1510423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OK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A5F4E81-5F0F-45FA-D786-FA7C35574F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636" y="2973898"/>
            <a:ext cx="560399" cy="56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35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E784-9FAB-D2CD-F26F-27272B54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0475E-EE0B-598A-49AC-2279313AB192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B8A05E-F26F-60BE-7653-021AF53C488A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F61080-D392-EFD9-346B-C07849B2EA73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E9477B-50B8-3374-EAB8-90C3616EC28E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848C22-BD61-552A-71D2-1D30281C16C5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7393B6-E6B5-793F-AC26-26E6398B2B45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7225BCB-C5E6-31D2-94D0-BE4A739D52B4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0EDA8A-B0E3-EBCF-2E68-FBC3DB7F8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362748-D221-C786-6564-720C1D573591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AB4BB2-D581-05C9-63DB-4AE5BE3E180F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40EC74-519E-5E3C-FB16-B774DF20071A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B00CCB-A5B2-9078-3FA2-4F347633590B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1EBF485-8624-B126-9CCD-80F92EA6D715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71BDC7-F3DE-D9EC-F3AB-A03B166DF980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04FB47-9713-1463-1F1D-361F412317A4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92C19D-5943-2A52-F08F-3DE27952BE7B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6A93CC9-7A81-6F19-6F04-B5AFB3124520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C6F654F-659B-5ADE-D481-61F23F711D2E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553E07F-8361-3AEA-AAF7-AB0CB55F102D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46265B5-0F42-8C24-6B8B-E7D45BEB3A7E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B482377-B82D-B95A-44A2-4FC3ACB8C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F006961-0172-A253-A67D-9ED88C64EF29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9E38A15-2F0F-414A-F8B8-60D0FC8CA583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ECD26C33-8102-F6EC-B715-148B40821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75F66CD0-CE49-128A-F344-23E05A9EBFCD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E635B40-954E-D208-A16B-D15D51476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0851F3E-50F4-E914-A8F8-018E5E81D386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8E27D1-20CF-3917-10B3-11A2CFDEE360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3B2B030-31EB-0488-6863-D59543003A97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DEEB1A5-23BA-F4CC-5C19-99898C25A0E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F837160-A6CE-CAF9-5BDA-DB846AA1A78C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C754192-F614-FF3A-12E0-2A3AB5D1B45A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4A43061-D0F2-10F8-689B-9CE22C6CC961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9132FF0-08F1-9AD0-C646-EA5084AD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1DDEAFEB-2308-CE4A-E622-64316F707BE5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F65A74-999A-CDDC-1521-BC438226D4AF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24A606-5FBE-85D3-CDE3-54FEDFA73CA3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0F397CF-FAF7-B7C7-5812-AF7707B2F66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72A7CE0-E434-DB66-A292-3A90FD92B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BC9B503A-379B-28A4-952C-041CDB0CCA1B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0583A3-22B9-59C7-CF51-D5EFEB89566A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F7720B-4578-086F-9A21-69548DC9437F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0C7957-BF06-255E-3158-D12CD6CD38C1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963364-CC87-9567-95DB-F1B72C95209F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0444E4D-BA55-F1DC-9AA8-BC76345DD75E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1FFEB0-BEB8-D3BC-B2C7-CF3CDA416125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DF7C357-221C-8690-5A1D-93DA8CFDF438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859EFB-4FCB-FAF7-9D8F-041FB0797E39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839B40-9BB1-9AD4-58E8-62943A3E4196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6ED626-18C9-F583-3F1B-CDF17E3C497A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94F2168-EBDF-FEA9-0B63-B000213E6F7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A171E6D-7E84-E922-9D21-081AE147A6E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C0994F4-8352-1018-4D96-92724E79D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148363F-24CF-5AAD-BA72-42528E00D46B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97EB10-88B2-B20C-645A-AAD0CCEEDB37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94BC7C-8419-15E0-1720-0156A70266C8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BE050A-BEBB-5268-188E-99D24519453E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C80FDD-1C63-ED37-F2EF-78F32BB3B37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30C83A-6A86-BB2B-B006-0F439E80C3CA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C667F18-C731-FA40-8EF9-BB55E2426E11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B1CD857-E511-F365-6448-0144B55043B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3E260F2-1699-E878-360B-EBF193705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72425FA-A8E5-513F-FEBA-C515863D3BC6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B9CF6199-E8A8-70AF-F78D-985B8342513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7F78B00-91CE-3DDD-6ADF-988AF576C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C3173A3-1B4D-D3C4-AD12-CACD4637BCBA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607C3D2C-CFA2-40CE-3683-CE530AFB165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0095F7BD-A481-39AB-BFE4-06206691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1B3360B-ED72-6C48-4690-B857A52B34EF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7ADF73E-E98D-B2DC-4A2B-5745D13F53F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50D56B04-0153-8C8B-DDF0-D6457DC63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DDF13B7-64FF-1442-740F-76EE4F8EFBC3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7157F31-91BC-776D-1249-BCBC49C8A35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3AD7E6C-0C60-47D4-32E8-00A9DF890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3EEBB4A-913D-BF4E-5471-ED216DF41F64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B4B0730-85EF-66C7-069D-93EEB403D04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92746B1-9982-2D67-78AB-8DF14A2E8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6091065-E483-6D43-A4AC-F492DC9407C2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BBC78E49-27FA-EA70-D7AC-4CF15E746C5E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</p:spTree>
    <p:extLst>
      <p:ext uri="{BB962C8B-B14F-4D97-AF65-F5344CB8AC3E}">
        <p14:creationId xmlns:p14="http://schemas.microsoft.com/office/powerpoint/2010/main" val="1441337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4F800D-E239-44C0-A168-00FACCB1789A}"/>
              </a:ext>
            </a:extLst>
          </p:cNvPr>
          <p:cNvGrpSpPr/>
          <p:nvPr/>
        </p:nvGrpSpPr>
        <p:grpSpPr>
          <a:xfrm>
            <a:off x="1736262" y="1587665"/>
            <a:ext cx="5665819" cy="3782866"/>
            <a:chOff x="1736262" y="1587665"/>
            <a:chExt cx="5665819" cy="37828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607CC47-CC28-6BFC-133A-A82890830D76}"/>
                </a:ext>
              </a:extLst>
            </p:cNvPr>
            <p:cNvSpPr/>
            <p:nvPr/>
          </p:nvSpPr>
          <p:spPr>
            <a:xfrm>
              <a:off x="1741919" y="1587665"/>
              <a:ext cx="5660162" cy="3782866"/>
            </a:xfrm>
            <a:prstGeom prst="roundRect">
              <a:avLst>
                <a:gd name="adj" fmla="val 2771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773164-6B33-D9D7-6627-1102F640C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6262" y="1865802"/>
              <a:ext cx="5663686" cy="208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ultiplication Sign 4">
              <a:extLst>
                <a:ext uri="{FF2B5EF4-FFF2-40B4-BE49-F238E27FC236}">
                  <a16:creationId xmlns:a16="http://schemas.microsoft.com/office/drawing/2014/main" id="{FB4BE45D-84C3-EFBA-F7B2-3189CEF2F90B}"/>
                </a:ext>
              </a:extLst>
            </p:cNvPr>
            <p:cNvSpPr/>
            <p:nvPr/>
          </p:nvSpPr>
          <p:spPr>
            <a:xfrm>
              <a:off x="7068589" y="1607071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48D500-C773-D566-466B-D4F94A9A4DF1}"/>
                </a:ext>
              </a:extLst>
            </p:cNvPr>
            <p:cNvSpPr txBox="1"/>
            <p:nvPr/>
          </p:nvSpPr>
          <p:spPr>
            <a:xfrm>
              <a:off x="2048978" y="15953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Settings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3A3E1E-05E7-8A59-E0A7-AF124EC9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845" y="1636786"/>
              <a:ext cx="209133" cy="20913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A2DCC1-1F73-1965-6566-69B2C1D1DB6F}"/>
                </a:ext>
              </a:extLst>
            </p:cNvPr>
            <p:cNvSpPr txBox="1"/>
            <p:nvPr/>
          </p:nvSpPr>
          <p:spPr>
            <a:xfrm>
              <a:off x="1886510" y="2425838"/>
              <a:ext cx="8835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Language: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FB6D25-0066-2010-D232-38CCE62C9D0F}"/>
                </a:ext>
              </a:extLst>
            </p:cNvPr>
            <p:cNvGrpSpPr/>
            <p:nvPr/>
          </p:nvGrpSpPr>
          <p:grpSpPr>
            <a:xfrm>
              <a:off x="3923849" y="2440882"/>
              <a:ext cx="3307531" cy="276999"/>
              <a:chOff x="3779608" y="1775654"/>
              <a:chExt cx="3269713" cy="276999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B6AE764-2457-88F1-0625-D98B10828BB5}"/>
                  </a:ext>
                </a:extLst>
              </p:cNvPr>
              <p:cNvSpPr/>
              <p:nvPr/>
            </p:nvSpPr>
            <p:spPr>
              <a:xfrm>
                <a:off x="3779608" y="1775654"/>
                <a:ext cx="3269713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vi-VN" sz="1200" noProof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English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9793E23A-2DF5-E378-6257-6C37748598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5721" y="1848695"/>
                <a:ext cx="152400" cy="15240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B32FF7-16B8-93C9-6AC4-A85AA7915DEF}"/>
                </a:ext>
              </a:extLst>
            </p:cNvPr>
            <p:cNvSpPr txBox="1"/>
            <p:nvPr/>
          </p:nvSpPr>
          <p:spPr>
            <a:xfrm>
              <a:off x="1886510" y="2844277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Theme: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EB68E4-2C2E-364C-9DED-FF94CC63C11A}"/>
                </a:ext>
              </a:extLst>
            </p:cNvPr>
            <p:cNvGrpSpPr/>
            <p:nvPr/>
          </p:nvGrpSpPr>
          <p:grpSpPr>
            <a:xfrm>
              <a:off x="3923852" y="2859321"/>
              <a:ext cx="3307532" cy="276999"/>
              <a:chOff x="3779609" y="1775654"/>
              <a:chExt cx="3269713" cy="276999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775E05C-B0D0-7370-CCF0-3A7B7BC2B769}"/>
                  </a:ext>
                </a:extLst>
              </p:cNvPr>
              <p:cNvSpPr/>
              <p:nvPr/>
            </p:nvSpPr>
            <p:spPr>
              <a:xfrm>
                <a:off x="3779609" y="1775654"/>
                <a:ext cx="3269713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vi-VN" sz="1200" noProof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Light</a:t>
                </a:r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C02105AA-D5C4-8857-B39B-8AEF9A768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5721" y="1848695"/>
                <a:ext cx="152400" cy="152400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58CFA3-E7C9-DE34-58F8-749B5F914E6B}"/>
                </a:ext>
              </a:extLst>
            </p:cNvPr>
            <p:cNvSpPr txBox="1"/>
            <p:nvPr/>
          </p:nvSpPr>
          <p:spPr>
            <a:xfrm>
              <a:off x="1886510" y="3277607"/>
              <a:ext cx="12159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XML Save Path: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A8F7AC-C397-0845-4326-C1200EC474E0}"/>
                </a:ext>
              </a:extLst>
            </p:cNvPr>
            <p:cNvSpPr/>
            <p:nvPr/>
          </p:nvSpPr>
          <p:spPr>
            <a:xfrm>
              <a:off x="3923850" y="3292651"/>
              <a:ext cx="287356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…\OEM\AppData\QuickWinstall\output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56A92F9-1236-C533-7B16-156E8DED5A0F}"/>
                </a:ext>
              </a:extLst>
            </p:cNvPr>
            <p:cNvSpPr/>
            <p:nvPr/>
          </p:nvSpPr>
          <p:spPr>
            <a:xfrm>
              <a:off x="5372289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Save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0655121-D64B-6028-86D9-DA7ED92D6867}"/>
                </a:ext>
              </a:extLst>
            </p:cNvPr>
            <p:cNvSpPr/>
            <p:nvPr/>
          </p:nvSpPr>
          <p:spPr>
            <a:xfrm>
              <a:off x="6376437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7975409-E082-BEFD-DA6C-DC4FCC33C386}"/>
                </a:ext>
              </a:extLst>
            </p:cNvPr>
            <p:cNvSpPr/>
            <p:nvPr/>
          </p:nvSpPr>
          <p:spPr>
            <a:xfrm>
              <a:off x="1886510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About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7F4F7F2-78DD-8367-6E99-B1F8BED0FD92}"/>
                </a:ext>
              </a:extLst>
            </p:cNvPr>
            <p:cNvSpPr/>
            <p:nvPr/>
          </p:nvSpPr>
          <p:spPr>
            <a:xfrm>
              <a:off x="2890658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Help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4C3143F-1CE2-C73F-D58B-749AD73F7257}"/>
                </a:ext>
              </a:extLst>
            </p:cNvPr>
            <p:cNvSpPr txBox="1"/>
            <p:nvPr/>
          </p:nvSpPr>
          <p:spPr>
            <a:xfrm>
              <a:off x="1886510" y="3683034"/>
              <a:ext cx="9006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Auto Save: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BA6812-6CB8-8ACA-CE4C-97AE7B74A76C}"/>
                </a:ext>
              </a:extLst>
            </p:cNvPr>
            <p:cNvSpPr txBox="1"/>
            <p:nvPr/>
          </p:nvSpPr>
          <p:spPr>
            <a:xfrm>
              <a:off x="1886510" y="4104849"/>
              <a:ext cx="1952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Load last saved at startup: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C87CD8-5EC6-8EDF-B3B5-632B91374A34}"/>
                </a:ext>
              </a:extLst>
            </p:cNvPr>
            <p:cNvSpPr txBox="1"/>
            <p:nvPr/>
          </p:nvSpPr>
          <p:spPr>
            <a:xfrm>
              <a:off x="1886510" y="2007399"/>
              <a:ext cx="34292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Application Settings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3F57E01-801A-1B7F-2C14-738AAE08C6C8}"/>
                </a:ext>
              </a:extLst>
            </p:cNvPr>
            <p:cNvSpPr/>
            <p:nvPr/>
          </p:nvSpPr>
          <p:spPr>
            <a:xfrm>
              <a:off x="6959411" y="2002984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C60D52A-8CD9-6C3A-980E-3ECEAE140A6C}"/>
                </a:ext>
              </a:extLst>
            </p:cNvPr>
            <p:cNvSpPr/>
            <p:nvPr/>
          </p:nvSpPr>
          <p:spPr>
            <a:xfrm>
              <a:off x="6959411" y="3272670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F1C3AA6-2604-E399-AE70-46964A4AE9A9}"/>
                </a:ext>
              </a:extLst>
            </p:cNvPr>
            <p:cNvGrpSpPr/>
            <p:nvPr/>
          </p:nvGrpSpPr>
          <p:grpSpPr>
            <a:xfrm>
              <a:off x="3919976" y="3692245"/>
              <a:ext cx="535343" cy="276999"/>
              <a:chOff x="3919976" y="3692245"/>
              <a:chExt cx="535343" cy="276999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2D31098-8400-B807-5EAE-250B531C54AF}"/>
                  </a:ext>
                </a:extLst>
              </p:cNvPr>
              <p:cNvSpPr/>
              <p:nvPr/>
            </p:nvSpPr>
            <p:spPr>
              <a:xfrm>
                <a:off x="3919976" y="3692245"/>
                <a:ext cx="535343" cy="2769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F4C05D7-B2B4-82A1-1A4F-BC72138340AB}"/>
                  </a:ext>
                </a:extLst>
              </p:cNvPr>
              <p:cNvSpPr/>
              <p:nvPr/>
            </p:nvSpPr>
            <p:spPr>
              <a:xfrm>
                <a:off x="3956705" y="3724076"/>
                <a:ext cx="223472" cy="2234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319D17D-EFB5-935A-1D1F-AABEDC627C92}"/>
                </a:ext>
              </a:extLst>
            </p:cNvPr>
            <p:cNvGrpSpPr/>
            <p:nvPr/>
          </p:nvGrpSpPr>
          <p:grpSpPr>
            <a:xfrm>
              <a:off x="3919976" y="4125457"/>
              <a:ext cx="535343" cy="276999"/>
              <a:chOff x="3919976" y="3692245"/>
              <a:chExt cx="535343" cy="276999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C5602E1-9D64-319D-80C1-90F1AB2F0E01}"/>
                  </a:ext>
                </a:extLst>
              </p:cNvPr>
              <p:cNvSpPr/>
              <p:nvPr/>
            </p:nvSpPr>
            <p:spPr>
              <a:xfrm>
                <a:off x="3919976" y="3692245"/>
                <a:ext cx="535343" cy="2769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13C81E5-EFC0-66D5-6BF8-7BAAA5A72198}"/>
                  </a:ext>
                </a:extLst>
              </p:cNvPr>
              <p:cNvSpPr/>
              <p:nvPr/>
            </p:nvSpPr>
            <p:spPr>
              <a:xfrm>
                <a:off x="3956705" y="3724076"/>
                <a:ext cx="223472" cy="2234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319E06-1D15-32C0-DACB-4332BD03BF64}"/>
                </a:ext>
              </a:extLst>
            </p:cNvPr>
            <p:cNvSpPr txBox="1"/>
            <p:nvPr/>
          </p:nvSpPr>
          <p:spPr>
            <a:xfrm>
              <a:off x="4555201" y="3690373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OFF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18B342-A3EC-18E1-0408-2555768DBBD2}"/>
                </a:ext>
              </a:extLst>
            </p:cNvPr>
            <p:cNvSpPr txBox="1"/>
            <p:nvPr/>
          </p:nvSpPr>
          <p:spPr>
            <a:xfrm>
              <a:off x="4555201" y="4125694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OFF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673375A-5056-1259-5F13-5030160CA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1180" y="3325872"/>
              <a:ext cx="197137" cy="19713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45E3BD8-23F7-BC04-215F-AAEE79E16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3936" y="2035587"/>
              <a:ext cx="228014" cy="228014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A582221-9071-237D-3B6D-F4B31BD2497C}"/>
                </a:ext>
              </a:extLst>
            </p:cNvPr>
            <p:cNvCxnSpPr>
              <a:cxnSpLocks/>
            </p:cNvCxnSpPr>
            <p:nvPr/>
          </p:nvCxnSpPr>
          <p:spPr>
            <a:xfrm>
              <a:off x="1751480" y="4781285"/>
              <a:ext cx="56484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8672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43C69-C8FE-BF2B-2B39-DF7697CB3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2CD1DC-532E-5D2D-2F8E-29BC0835881D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89BBDA-AEC0-0234-A6F0-2BB0784B85D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76C38F-4065-E4B1-64A9-184620075FCE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A042F7-B1B0-A3B4-F620-9D637D42E774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8038D8-E329-5764-CBB0-934FFEC1CD1B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E1DF3C-40F6-22B3-45CC-B01200841C9B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7354599-7615-44A0-CE28-77EFC0749DC2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EFCC35-CCFD-1B0E-4CD8-D37416C99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641675-E446-D545-EB5F-55FC96383D43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ED9615-2205-E95A-56DC-5AC0ABCA57FC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0179B8-6D20-E698-4233-8FE4E1664A3C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CE16254-90AE-0F38-9D07-F949248B045A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7A4484-2FF2-8662-938D-A5540B2A2879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20F6D0-1659-95AE-FD37-A7EA16EFB188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834D8D-A8C0-C63C-8920-18A847259442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16481C-F751-1451-BF07-6C1E46890DC4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94C85CA-A17A-FCCF-09E3-B97A64422875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C81C1D2-8874-6082-E0BA-E30D2AD33608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08178FC-3752-8667-B635-D3C8A90ED9F7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9831B2-B57C-2B11-E243-C2FA4B0F5996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B96DC436-E7E7-2CE0-F88B-D49EB9EC3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7BEF791-E28A-D44A-CBD9-229365662A52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BBD1AB60-B0AA-4A05-3DD3-2CA57DB0BD32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E1E6A50-6B5A-E4EF-1299-6C0B75E4A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46EAA42-3285-12CE-0E29-CF82CB9CFD64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4E381FD-25AC-20A6-C119-AE97C1865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99126F7-431F-9EEA-B1C2-B02878740FF3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5CFC519-AAB7-B957-724E-5F35721A2BCF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A9CAD97-DB6F-87E4-6128-24F12B991461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2EAB562-521A-EC1D-25C6-1EDF4A7CF941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C9BFBE6-FD60-0F2F-1588-DB05E65F124A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6CE893A-C30B-0DD1-AB2E-11352B1A41FB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FED0992-B6B7-25B2-A742-F349C6F7B126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2B8917B-FE90-4B97-32E4-C3CA7B3BC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7455A8F-94C8-0F18-D35F-FC7BDE8EF842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A9DAEC-E92D-96E5-7429-6B5329949AF9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D23564-8D4D-E6AA-8BF9-8E6C4BF5AFCD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1B7211-62C8-CAAE-3821-5536426913BD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7E7FEC1-FF49-5070-19C0-05753CE02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612A1AC-696E-FA91-8A6E-05211F8DA4C6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DACBF1C-8571-CEC0-BC9E-18D6E7AF078F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AC6992-41C0-4A68-D3C9-7D56C11FD695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9F71AE-0940-9144-C71E-359B50C323FA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02B633-E7EE-A942-DE62-3080C7C89150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C42D82-2BDD-8347-252A-45A60B0F855F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B46F72-AD38-CF2C-6BC8-CDAFBF5820EC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6D39E8-68F9-73C9-BC89-1518CA441FB4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0B43EB-BFB4-FDAE-7AFF-3FD99CD6648F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3B8A9C-3B7F-71AD-CFE7-D3AF9E3C20C6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95DF2C-5985-F6E6-33DB-74516F51C841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24724E7-EF5A-DDFC-BBAB-788C63DC57F1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F27095-E4DA-E6FB-B92A-CFE3A2429E7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C570E8C-00BC-AAEC-B944-1AB49E214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A5DC160-8010-1C97-882B-28A7137EAE88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EB0E34-C848-A856-34E6-88D45998D93B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2CBAE6-FAA5-91A1-3CFA-29C539FC7EA6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BB1852-6193-A08F-D128-CF2B5A9D5CE2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8E45ED-3099-AF3D-B75F-AF70B88EC22D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672522-FAEC-B6B0-F2FF-066267AB48B8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366835C-00B3-4F59-2280-F98CD549C96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F4FBF3E-8CB6-1202-BED2-921E00F4FD4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FD8196F-0874-08CF-6C07-AF57A02C0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09E2305-5010-26CE-AE15-EE22D07A917B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B7F9456-EEFD-99D7-5D78-2E3E988C7AF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5CE5F480-6885-76A2-AD58-31771894D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7CD0896-E2D7-5B0D-AD71-F448B620E927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2B5DA9A-AF4B-4E8E-F45F-27AFF6EE4C8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DBDB513F-326D-5C92-FC4D-3DB99E27D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6F596F3-6554-D757-6AD9-761F9B0BBC3C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A9C46166-7005-9010-C230-B58A263BCAC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AAE6924F-972B-BC06-64D8-2EF8401AD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76FED9B-287F-7607-18E1-BAD5125AF5FB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37C2B3E2-20C5-9DDC-2320-92A0A78B67A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5367C6B2-E77D-97D6-35BD-E54ADFE33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ED13943-B2F5-A599-D77A-D1A83146498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0875DD4-4962-BB65-0720-7A7B171F492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8F1C36F1-5E66-1C99-87E1-3B4C5F1B8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EC2948C-2483-D602-211C-F5C347365CC9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F0285A2-A4C1-3933-9077-9028E9698204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A1D94D-D83E-82EF-C578-B3CC4DEC5336}"/>
              </a:ext>
            </a:extLst>
          </p:cNvPr>
          <p:cNvGrpSpPr/>
          <p:nvPr/>
        </p:nvGrpSpPr>
        <p:grpSpPr>
          <a:xfrm>
            <a:off x="1736262" y="1587665"/>
            <a:ext cx="5665819" cy="3782866"/>
            <a:chOff x="1736262" y="1587665"/>
            <a:chExt cx="5665819" cy="37828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ECCB3E8-AB5E-EA7A-4C14-1582F4B32734}"/>
                </a:ext>
              </a:extLst>
            </p:cNvPr>
            <p:cNvSpPr/>
            <p:nvPr/>
          </p:nvSpPr>
          <p:spPr>
            <a:xfrm>
              <a:off x="1741919" y="1587665"/>
              <a:ext cx="5660162" cy="3782866"/>
            </a:xfrm>
            <a:prstGeom prst="roundRect">
              <a:avLst>
                <a:gd name="adj" fmla="val 2771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887C3EC-7A76-2CAA-A484-723AA3938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6262" y="1865802"/>
              <a:ext cx="5663686" cy="208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Multiplication Sign 40">
              <a:extLst>
                <a:ext uri="{FF2B5EF4-FFF2-40B4-BE49-F238E27FC236}">
                  <a16:creationId xmlns:a16="http://schemas.microsoft.com/office/drawing/2014/main" id="{3FFE20C7-AE71-2349-0281-26A920ECEBC4}"/>
                </a:ext>
              </a:extLst>
            </p:cNvPr>
            <p:cNvSpPr/>
            <p:nvPr/>
          </p:nvSpPr>
          <p:spPr>
            <a:xfrm>
              <a:off x="7068589" y="1607071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DE8295-B64C-2D95-1CDE-BEBC09D36F97}"/>
                </a:ext>
              </a:extLst>
            </p:cNvPr>
            <p:cNvSpPr txBox="1"/>
            <p:nvPr/>
          </p:nvSpPr>
          <p:spPr>
            <a:xfrm>
              <a:off x="2048978" y="1595380"/>
              <a:ext cx="7328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Settings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24EC0456-947C-2FDF-8787-90DB3DA7F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845" y="1636786"/>
              <a:ext cx="209133" cy="20913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541321-5577-B3D3-7131-59F5B0E1370E}"/>
                </a:ext>
              </a:extLst>
            </p:cNvPr>
            <p:cNvSpPr txBox="1"/>
            <p:nvPr/>
          </p:nvSpPr>
          <p:spPr>
            <a:xfrm>
              <a:off x="1886510" y="2425838"/>
              <a:ext cx="8835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Language: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8DCDF32-EC02-6E3A-0CBA-4E9F8FCA6A7C}"/>
                </a:ext>
              </a:extLst>
            </p:cNvPr>
            <p:cNvGrpSpPr/>
            <p:nvPr/>
          </p:nvGrpSpPr>
          <p:grpSpPr>
            <a:xfrm>
              <a:off x="3923849" y="2440882"/>
              <a:ext cx="3307531" cy="276999"/>
              <a:chOff x="3779608" y="1775654"/>
              <a:chExt cx="3269713" cy="276999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61A97DB-39B5-6630-8054-9D366E278C62}"/>
                  </a:ext>
                </a:extLst>
              </p:cNvPr>
              <p:cNvSpPr/>
              <p:nvPr/>
            </p:nvSpPr>
            <p:spPr>
              <a:xfrm>
                <a:off x="3779608" y="1775654"/>
                <a:ext cx="3269713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vi-VN" sz="1200" noProof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English</a:t>
                </a:r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04F71BF6-D486-D48E-04A0-A1E221515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5721" y="1848695"/>
                <a:ext cx="152400" cy="152400"/>
              </a:xfrm>
              <a:prstGeom prst="rect">
                <a:avLst/>
              </a:prstGeom>
            </p:spPr>
          </p:pic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04CBF13-EDED-84F1-17AE-90E44473C642}"/>
                </a:ext>
              </a:extLst>
            </p:cNvPr>
            <p:cNvSpPr txBox="1"/>
            <p:nvPr/>
          </p:nvSpPr>
          <p:spPr>
            <a:xfrm>
              <a:off x="1886510" y="2844277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Theme: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208C457-6AB8-5F27-7905-DA7C4F17870A}"/>
                </a:ext>
              </a:extLst>
            </p:cNvPr>
            <p:cNvGrpSpPr/>
            <p:nvPr/>
          </p:nvGrpSpPr>
          <p:grpSpPr>
            <a:xfrm>
              <a:off x="3923852" y="2859321"/>
              <a:ext cx="3307532" cy="276999"/>
              <a:chOff x="3779609" y="1775654"/>
              <a:chExt cx="3269713" cy="276999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C87EC8C-D339-DE0A-C43D-56FBE05BB4C6}"/>
                  </a:ext>
                </a:extLst>
              </p:cNvPr>
              <p:cNvSpPr/>
              <p:nvPr/>
            </p:nvSpPr>
            <p:spPr>
              <a:xfrm>
                <a:off x="3779609" y="1775654"/>
                <a:ext cx="3269713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vi-VN" sz="1200" noProof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Light</a:t>
                </a: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4546BBBA-A26A-ECE5-136D-495C6516E7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05721" y="1848695"/>
                <a:ext cx="152400" cy="152400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5F6C2C-8721-FD25-FF6D-1CDBF84B9DEB}"/>
                </a:ext>
              </a:extLst>
            </p:cNvPr>
            <p:cNvSpPr txBox="1"/>
            <p:nvPr/>
          </p:nvSpPr>
          <p:spPr>
            <a:xfrm>
              <a:off x="1886510" y="3277607"/>
              <a:ext cx="12159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XML Save Path: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266A835-71D5-102B-3438-D861214FC4A8}"/>
                </a:ext>
              </a:extLst>
            </p:cNvPr>
            <p:cNvSpPr/>
            <p:nvPr/>
          </p:nvSpPr>
          <p:spPr>
            <a:xfrm>
              <a:off x="3923850" y="3292651"/>
              <a:ext cx="287356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…\OEM\AppData\QuickWinstall\output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82A2E0C9-8413-EC2F-2448-5ECE13C7D7CE}"/>
                </a:ext>
              </a:extLst>
            </p:cNvPr>
            <p:cNvSpPr/>
            <p:nvPr/>
          </p:nvSpPr>
          <p:spPr>
            <a:xfrm>
              <a:off x="5372289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Save</a:t>
              </a: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650EBB8C-6335-0A7A-29DB-F7BD1EDB58EF}"/>
                </a:ext>
              </a:extLst>
            </p:cNvPr>
            <p:cNvSpPr/>
            <p:nvPr/>
          </p:nvSpPr>
          <p:spPr>
            <a:xfrm>
              <a:off x="6376437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Cancel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68B23D2E-8FC3-B80A-54C6-0D102CAA781B}"/>
                </a:ext>
              </a:extLst>
            </p:cNvPr>
            <p:cNvSpPr/>
            <p:nvPr/>
          </p:nvSpPr>
          <p:spPr>
            <a:xfrm>
              <a:off x="1886510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About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19C937A-B1F1-B33E-B1AC-4D930EDBC62D}"/>
                </a:ext>
              </a:extLst>
            </p:cNvPr>
            <p:cNvSpPr/>
            <p:nvPr/>
          </p:nvSpPr>
          <p:spPr>
            <a:xfrm>
              <a:off x="2890658" y="4940896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Help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0E0C9BA-436F-6117-D189-13772A0106B1}"/>
                </a:ext>
              </a:extLst>
            </p:cNvPr>
            <p:cNvSpPr txBox="1"/>
            <p:nvPr/>
          </p:nvSpPr>
          <p:spPr>
            <a:xfrm>
              <a:off x="1886510" y="3683034"/>
              <a:ext cx="9006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Auto Save: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ADAFE3A-1F78-B47A-3126-27D750726ED7}"/>
                </a:ext>
              </a:extLst>
            </p:cNvPr>
            <p:cNvSpPr txBox="1"/>
            <p:nvPr/>
          </p:nvSpPr>
          <p:spPr>
            <a:xfrm>
              <a:off x="1886510" y="4104849"/>
              <a:ext cx="1952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Load last saved at startup: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414BCEF-EC3E-A0E7-5764-511163998B42}"/>
                </a:ext>
              </a:extLst>
            </p:cNvPr>
            <p:cNvSpPr txBox="1"/>
            <p:nvPr/>
          </p:nvSpPr>
          <p:spPr>
            <a:xfrm>
              <a:off x="1886510" y="2007399"/>
              <a:ext cx="34292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Application Settings</a:t>
              </a: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551E6E06-2E58-71E4-17E7-0518B4694A74}"/>
                </a:ext>
              </a:extLst>
            </p:cNvPr>
            <p:cNvSpPr/>
            <p:nvPr/>
          </p:nvSpPr>
          <p:spPr>
            <a:xfrm>
              <a:off x="6959411" y="2002984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76B11DA8-FA94-6974-F7BC-33F1623968B7}"/>
                </a:ext>
              </a:extLst>
            </p:cNvPr>
            <p:cNvSpPr/>
            <p:nvPr/>
          </p:nvSpPr>
          <p:spPr>
            <a:xfrm>
              <a:off x="6959411" y="3272670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BA997F9-6C40-0CC2-3C8A-F487507ECFFE}"/>
                </a:ext>
              </a:extLst>
            </p:cNvPr>
            <p:cNvGrpSpPr/>
            <p:nvPr/>
          </p:nvGrpSpPr>
          <p:grpSpPr>
            <a:xfrm>
              <a:off x="3919976" y="3692245"/>
              <a:ext cx="535343" cy="276999"/>
              <a:chOff x="3919976" y="3692245"/>
              <a:chExt cx="535343" cy="276999"/>
            </a:xfrm>
          </p:grpSpPr>
          <p:sp>
            <p:nvSpPr>
              <p:cNvPr id="128" name="Rectangle: Rounded Corners 127">
                <a:extLst>
                  <a:ext uri="{FF2B5EF4-FFF2-40B4-BE49-F238E27FC236}">
                    <a16:creationId xmlns:a16="http://schemas.microsoft.com/office/drawing/2014/main" id="{C44078C7-EA40-F1FF-2DB6-E5FF52CB021C}"/>
                  </a:ext>
                </a:extLst>
              </p:cNvPr>
              <p:cNvSpPr/>
              <p:nvPr/>
            </p:nvSpPr>
            <p:spPr>
              <a:xfrm>
                <a:off x="3919976" y="3692245"/>
                <a:ext cx="535343" cy="276999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881BBB8-3670-6EC1-1360-D1C7450C2791}"/>
                  </a:ext>
                </a:extLst>
              </p:cNvPr>
              <p:cNvSpPr/>
              <p:nvPr/>
            </p:nvSpPr>
            <p:spPr>
              <a:xfrm>
                <a:off x="3956705" y="3724076"/>
                <a:ext cx="223472" cy="2234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ABF74AA-4E8B-92C9-3D52-27E4D5398329}"/>
                </a:ext>
              </a:extLst>
            </p:cNvPr>
            <p:cNvGrpSpPr/>
            <p:nvPr/>
          </p:nvGrpSpPr>
          <p:grpSpPr>
            <a:xfrm>
              <a:off x="3919976" y="4125457"/>
              <a:ext cx="535343" cy="276999"/>
              <a:chOff x="3919976" y="3692245"/>
              <a:chExt cx="535343" cy="276999"/>
            </a:xfrm>
          </p:grpSpPr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62D1F8F1-C0C0-D87A-DE84-68536033B84F}"/>
                  </a:ext>
                </a:extLst>
              </p:cNvPr>
              <p:cNvSpPr/>
              <p:nvPr/>
            </p:nvSpPr>
            <p:spPr>
              <a:xfrm>
                <a:off x="3919976" y="3692245"/>
                <a:ext cx="535343" cy="2769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201E114C-F82E-39CA-5942-7E60FBB073C5}"/>
                  </a:ext>
                </a:extLst>
              </p:cNvPr>
              <p:cNvSpPr/>
              <p:nvPr/>
            </p:nvSpPr>
            <p:spPr>
              <a:xfrm>
                <a:off x="3956705" y="3724076"/>
                <a:ext cx="223472" cy="2234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noProof="1"/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945E172-1504-94D1-5115-A5C3E1C7B2E9}"/>
                </a:ext>
              </a:extLst>
            </p:cNvPr>
            <p:cNvSpPr txBox="1"/>
            <p:nvPr/>
          </p:nvSpPr>
          <p:spPr>
            <a:xfrm>
              <a:off x="4555201" y="3690373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OFF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4E9805C-6377-A9C0-F95A-1B20203E199E}"/>
                </a:ext>
              </a:extLst>
            </p:cNvPr>
            <p:cNvSpPr txBox="1"/>
            <p:nvPr/>
          </p:nvSpPr>
          <p:spPr>
            <a:xfrm>
              <a:off x="4555201" y="4125694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OFF</a:t>
              </a:r>
            </a:p>
          </p:txBody>
        </p:sp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F46D5C9E-1E4A-94D3-11B5-847D47956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1180" y="3325872"/>
              <a:ext cx="197137" cy="197137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1F5E18B4-A5F4-0D0D-3172-C7AF9D977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3936" y="2035587"/>
              <a:ext cx="228014" cy="228014"/>
            </a:xfrm>
            <a:prstGeom prst="rect">
              <a:avLst/>
            </a:prstGeom>
          </p:spPr>
        </p:pic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F14D3F1-A672-E0F9-4B29-5D605B820BCE}"/>
                </a:ext>
              </a:extLst>
            </p:cNvPr>
            <p:cNvCxnSpPr>
              <a:cxnSpLocks/>
            </p:cNvCxnSpPr>
            <p:nvPr/>
          </p:nvCxnSpPr>
          <p:spPr>
            <a:xfrm>
              <a:off x="1751480" y="4781285"/>
              <a:ext cx="56484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5473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3B183-5A99-6386-B6BD-4150F2AF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0D2040-AC28-FC32-AB15-CEDAA3982526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4130F5-7D6A-0816-2357-1EBB85ED19B3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8C4577-E1BA-BFF8-92D7-ED3C486AA937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5B246C-6A1A-C504-B662-6048B18E8465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607F55-BE66-8D0E-3023-16CFB54CB2B9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A05E8C-44EE-B628-F21F-B903B2D8EA71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29D156F9-7F9D-6658-9B2D-34BD7A916905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494E4C-38A8-A3FD-F254-BF6B21933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B0E8803-C64A-793E-0088-AEE6DE218994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70A1D9-9D77-5911-DC6B-6707393A5866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7D5451-A877-659B-29EC-FF0E1A68A43D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2F5E15-0288-7305-4613-10CAA0AC6FBE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353B9D-9673-294D-2FDA-8251022DC420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FB183A-47AC-9493-5CF3-1F0B869D21DC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2CD6A6-3D98-8E2E-2E4C-09404CED632F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9923DB-C569-B664-A966-381BE79A7D2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165716-419D-CC88-FC72-106D5118477B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D88DA05-BBC3-1618-5FF3-E27D26CDF570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54F376-6595-0F80-8DA0-CE745CDDF4E6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CB7B1AF-19A7-D6E9-F2F1-EB5EAE1A3837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237D09FF-5E32-DA88-28B0-A05B2BEE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0C7B2BC-3FE8-962E-009C-B05A09E23A04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358DCFD-88FC-97F0-CA95-03CD9AB36AC4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5BFC940-77B5-12C5-6653-78B0192F1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837C570B-0581-EDD2-2BD6-892DFE16572C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000A713E-63C4-8BE4-B04E-CB27162B2F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A3B1890-E131-EC98-4304-F01526CAE467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C5419B4-D8E5-1700-5E53-9F9F87F37E7C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6EE85EA-E422-0111-F43F-AA03E8BA22C5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C5DDE16-71F2-6F56-69C3-2B63A2F8DDE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4BF35F5-9723-B634-163B-F9DF7556C434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15C8BD-2A47-AA8C-6A39-CABEF30F9557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D6D0BCB-938D-97BD-F982-991DBCD16712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AF8CB2-A093-5776-FB30-1176848EC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303A567-02E3-397C-3EB9-292CB517F483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89226F-F1FF-F2CC-A007-09D6DA74DC1C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8AAF97-FC19-0E1F-1E65-74F50DF529BC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F6F96AC-0C81-391F-BCD5-81C9E86F459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E906744-4D96-ED28-107C-B8435A5B7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406208F-2210-04B4-9654-8E51B7E193B1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CC6DB2-8A11-9DBE-1EBF-EF71EDE401A1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70E4AE-5D68-F89D-2773-605C208B2280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69006F-A268-9923-3B35-53FEEFA9F4C4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16A8C2-5D73-5659-4A6A-D89D542C961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49A5626-649D-70A6-80D4-F11EFCBF08C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604000-49BC-E8A6-C31C-6C2B6DE6D70C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CBCD58-0CC8-AE70-8864-9C3226E2D20A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321561-AB87-9C0F-2784-F57B8B22050A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AC299EF-1EDB-197D-CD3B-577C3282C3AE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D014D7-CD91-D415-FEBB-2887A16A32AC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FE6DA3E-C524-F2A3-A59B-5FA16B70578A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DD31835-D928-F663-B043-3B9AE359B2D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A615ADB-C0BB-67CE-6CFE-BADAC2F03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C4C6168-3187-9E00-1CF2-7EC781D70B22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E3DEB5-AD35-D2B6-3F27-BA00E102663E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B89ABB-21F4-5D21-7618-3448B38439DE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5FE74A-FF13-4604-90F7-A4CAF3863686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58B495-41FF-7654-BD40-0670855C98F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F2AC0B-AB09-F6BE-31F2-3141E4CC9948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B09FC50-881C-0B54-D93C-AF2930DD7D2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F23D3C95-ABA4-42B8-2EE1-F020E53D09E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B79F4D44-D61D-7A92-FF14-E33220C50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362232A-34A6-A245-047C-71CF469D8B15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DB77765-D5FD-88EE-2388-CC48F4D4176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04CEB9FB-CF75-EFF3-5BF5-7A4AE0CE5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F1B2B20-AB29-7044-93A4-9B45F67226FA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0E6E337A-290A-5E13-891A-4B5C0E06780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7698254-A2AE-909F-5015-4216874C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D0C96F1-0BE8-E897-C2BC-E2148412C344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C990C1B-273B-4697-374B-7ED6F09D7A8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F70C29B-0D45-0E46-8355-246FA52E1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0F06919-C866-65DC-D702-6E0F2C285248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DD57650-D2A8-A4E6-1712-90DD2E3492A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97284C00-C1A1-D50A-27C2-99B25247A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5C5A43A-196A-2204-E6C0-225C2F31C16F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B64DA984-34B1-D9EC-E4F6-CEC8680949E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B3E7526-D4AE-16F3-E5D0-838208D0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D379689-EE9C-78AA-0394-7E7E0CE43B8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ACA89CB-FE31-8948-6940-1239925744C1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187A27-DC00-05D1-6DD0-330C8C60DBC9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494E0D-5C97-27F4-9E89-8C3099B41CF1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911953F1-6C4B-5C75-D638-8A41FFAD74F0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A988E5-13F8-4D79-9EE9-B522F79BD7B8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3D61328-6179-6250-0903-205CC49861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D5A8CA1-2F01-D877-CE59-18DCE6A1ADBC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2BD17DE-4B0A-F8A0-4A05-C6866AEA4563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D2E90AC-2706-66C1-C0FB-7A0237D25F39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English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8D56AA3-D8D4-3A2D-5414-AC8C9E2BD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6BEEE9E-4182-3C21-6A67-B4DF4FDC1298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51F4F72-E5EB-F170-B460-AE4245D03AAA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0BE2B1-DFCD-E6C4-74FD-DD6B6839693B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C8EB295-6FB6-16A0-04AA-CFB05D1CE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E86C6DA-CACB-F68B-A8E9-6A4F31EE22F0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6414E84-2162-7DE4-E418-9BE50DEBEAD7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8918FA3-7EEE-55F2-2FAC-C89BCDD431AC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3B5A4EF-39F2-2284-F916-15EFE11F6717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983170C-5689-4696-64F7-6F6B0DAA345E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52BEFC0-57C0-0CB3-FD63-6D74DEBC0C3D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F4B42B-F908-C54D-E153-236A9E1A3AF0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763EED-369B-0CFB-53C4-9DB0BB6A6416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247D8EC-0CB5-A888-674A-D6A583D64FE2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41DDFB4-C94E-3A76-AD20-07164356C73A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438CF74-AB26-644E-7FF2-0E68FFBE93C3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CB98F0-3703-B757-8E5A-4665DE1711B9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29D87968-77A1-8356-BA4E-A8EE5A7C3DD3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85565FC7-D846-1755-CDEE-4F8D4350FB51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858284E-C0A7-1BF6-CC7C-7A1A032C9CCE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  <a:solidFill>
            <a:schemeClr val="bg2">
              <a:lumMod val="75000"/>
            </a:schemeClr>
          </a:solidFill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2185DE44-D63F-C06C-F774-8F289B570B50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CC688C2-5002-9623-FCF2-D76F59C16F4D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E72D7960-AD4D-C13B-5F71-6BA6B4014EED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C474AA8-5B24-62DF-B0F8-4662E790F6F9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EEF0FB55-F849-B10D-99C5-039CC60824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49909FB2-CDF3-C08D-05E2-8AA240A798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98CBC51-251A-C612-4FBC-43C4949F7335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4FC6C18-A2F0-8DF5-DF5A-59AB3FC0C0FE}"/>
              </a:ext>
            </a:extLst>
          </p:cNvPr>
          <p:cNvSpPr/>
          <p:nvPr/>
        </p:nvSpPr>
        <p:spPr>
          <a:xfrm>
            <a:off x="2323898" y="2718347"/>
            <a:ext cx="3023544" cy="3803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000" i="1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Application’s Language settings</a:t>
            </a:r>
          </a:p>
          <a:p>
            <a:r>
              <a:rPr lang="vi-VN" sz="1000" i="1" noProof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 NOT AFFECT Windows UI Language.</a:t>
            </a:r>
          </a:p>
        </p:txBody>
      </p:sp>
    </p:spTree>
    <p:extLst>
      <p:ext uri="{BB962C8B-B14F-4D97-AF65-F5344CB8AC3E}">
        <p14:creationId xmlns:p14="http://schemas.microsoft.com/office/powerpoint/2010/main" val="1500093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816F-7A37-3645-1F22-82796A6F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52CEE9-2F70-3344-8CDF-253563C85E13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E353DB-4D3C-9CCD-E864-22D627BCE45E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3358F8-4234-16E4-BE03-06B30EF15471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745295-CDF0-86B3-A64F-AAAC88D9D1FE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233415-BBDE-8C0F-CD8C-40C172FBD541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BC5C2D-2F2F-F2C2-301C-5D367ACBA0F8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41D2CFC6-12B0-2D87-3F8C-763B0B5A3C04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BAE279-A22D-DCD0-5024-76733EA0C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41D110B-1A65-180F-839D-7AD5C303AD2A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FFC64D-1D10-8D5C-DBF0-2E0B0521D4E9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8856FB9-D9E8-4B2E-DC49-CC0E635A5FD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22DA67-A4E8-1F08-CA9C-E2CDDE4C6883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6A5F60-1310-830D-E901-F957294D8C1F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D1677B-9097-65A5-143C-615832947480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C5179DB-777A-1779-B67E-4AAA130407A8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94C663-1328-9858-1D4D-CAF35197EFEF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3BA0D8-3996-19D9-28B6-28DC5ABE8BC6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048BF62-98BE-BB69-029F-CE6E45DE4EA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27B085-4550-9314-EFBB-23ACB3C638B1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12B70FA-C386-49E4-0786-BFCAAA651CAF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5ACA2F27-CF2B-0920-3AAE-95AADE02E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8A173CB-34FE-AF97-3DE9-2CB66684B0F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B7C06C0-6AF6-A6B3-02C7-3F7373E0957B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6402F0BB-848B-8911-1993-B4F1C2C49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BCC6A99-8FF4-5A9A-FA7E-C8E1AA4EDC2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BA53516A-896A-57D0-E2C3-3F600B687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3A073D-17B5-11CE-7729-A9DBB4C47CEE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D3F1C41-BAC4-027C-E7B3-0B95FE1BD4C3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79F2CE-2381-07F3-3A27-1475E3BFE69E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55EFA4A-F667-5436-0E94-CF688FCE6782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D474435-029C-F55A-A1D7-4C9831F66134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FC6475-6776-A707-7F20-8BF789675124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B82643A-E8DE-E234-4B56-D2890EFC2EA2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3FA64D-A195-5F83-7CEE-B1682205A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EB098ED-BD39-4897-44F5-EF21716E9787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88C5712-0BB2-AAC9-683A-7F21CAB4AAFD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EEF43F3-F0F2-385C-6BF2-629E982A7EF6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F0CB76-F06E-1DBC-A133-3F7250540D91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7E4B8A5-20A5-6726-513E-6B25C64E6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CC3E410-D73F-C1CA-C3C6-AD915EDACA17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5079965-1912-54C7-4816-D761B2645636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1AA855-657B-220E-8C62-56316A260612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3DEB46-1124-88ED-2EAB-47C7A2F072C8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E44F29-69BF-B830-96A1-543AEEA1275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14126D9-7056-C9BE-787F-C0884DB86A64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54735A-4D06-F383-87CF-7809B3141F76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9688AE-68FB-81D2-0DBF-BE649457B3E3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2CB1BD-E825-13A7-5AB9-2D2007A66318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0357D50-468E-29BB-D174-872FFF711516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9C6CAC-7A2A-5676-7F76-D7050C9E3ECA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365247A-C196-FC72-235F-1F633C4A6A52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84A8C55-9C1A-5C5D-7C10-019E127B662C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DB41373-03B6-471F-723E-6A183DEDE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866A156-ABAE-DAFA-5667-826273C851AC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7E5BD2-E08A-BA2D-822B-CF7B10358A8D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603261-DDC6-B9B5-11EF-3F33B9942969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A8D84C-8675-AF94-0ECA-C4C011299AF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F23BFE-7718-C646-3508-EF17E608082B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27506E-D971-39C4-0D90-FC99B18CA1C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73EA9AA-CF20-D89A-6F66-833E5655BD53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A98BF77-F86F-A059-9A4B-B18D3CDA39E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AA302E8-0673-25D9-B684-F2EEDC6A4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E55EC49-29ED-E137-46A8-2062F7991824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E4A8D3AA-0E46-6D14-47DA-AC7060ED0FB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E823351-77AC-F4C9-6BA0-54D5F8FBC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0AC414C-493F-863A-2E41-A2F8942D0F0C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C4CEF41-7C2F-17B9-C36A-8035086752E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C87C6AF4-A92B-464F-F9AA-E478A27A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725984B-2EED-74CA-828A-DA54E075CF46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DE87CDB-8871-6DF5-13F8-5ED1435EF0E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8B23557-46B5-6682-58A7-05BA72E46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11A69C-2428-9A7E-FD5F-DC1AECB77F96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B6E4CAEF-5F27-7258-44A6-5CCEB1CFB6E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BF25A5B3-D4D8-966D-5878-20FD790E0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5A8006D-E52D-31FB-2484-37937CC44E59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B8C953E-1741-93A6-1515-F1278B33634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020D11C1-AFB3-F31F-75EA-102A9138E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C157670-9D4D-D6F0-313C-6CBD9B58FF9D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E30B8BD-1CC3-281C-2CA8-F47457880926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BDA196-3220-BD9D-C57F-6ED96D0AC90D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452194-6135-212C-28FB-1D418DF03E66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6079BC81-36DB-5779-1983-3218FEFC3146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52C955-A6B8-4699-406C-83BFE0F334BC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2B2B91E-BEFE-D26E-94BC-541CE052BE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6A30F41-FA86-9950-B9C6-7F3A1871DCF3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1C9E8A-CB10-AC39-3C09-378FAE8655FC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E5E4FD9-F897-5B2F-0F85-2751FBF36639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7801CCF-F2ED-321F-8D82-CDB2FE05D59C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58A2842-0D16-9504-422E-BAF0F9D63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7C501F33-3F3F-38BD-19DE-D598AFA9968E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EA9A5DA-ABA8-A9B4-0502-90FBC56DDC5C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36E10237-2DFA-2070-79D8-3D4F48DEA333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EE7E5D2-D1D6-4090-1B72-8FFA1D2FB1CD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13C0B10-9307-19F3-7381-A535D140ED59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0381A89-4DBD-04D0-B45A-E7712842F437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344E0D6-099C-9399-0BE0-61D11ECA1AB8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6F6451B-B92F-DB55-2760-7876774015AA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C61A3D9-155F-8567-4D4F-049FA0DFB53F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CFA848DE-7E12-4569-A28B-3A6791A00DF1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D993C2C-DF09-D738-54BB-4BCD02092079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E2EF40D-92F6-4CBA-B5F2-93108B2B7F4A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  <a:solidFill>
            <a:schemeClr val="bg2">
              <a:lumMod val="75000"/>
            </a:schemeClr>
          </a:solidFill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B331E088-4CF2-E802-D841-6CB230BFBC78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52AEFE6-8D06-C82F-CA6A-A774F4B959EE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36D41F8-D8E4-F43F-A5F8-2B92D3490F92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  <a:solidFill>
            <a:schemeClr val="bg2">
              <a:lumMod val="75000"/>
            </a:schemeClr>
          </a:solidFill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0FBCA14C-85D3-7CCE-887F-F8FB80932656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86F9C8E-640C-0BBE-6943-CCDBFDFFD5F7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6F9C200C-BE0B-582B-53F0-E5DFD57FA693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0BCA02-BD53-CABD-6813-95FC6D45D8BC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69337123-8040-DE15-4B9F-6EDC90F685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86F2E4F3-C9BC-CDF1-8F55-F81F16FE35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CE592B6-E560-0F67-D757-B872702EDA80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EBCF32-86BD-3A9A-4C42-90C3039A4397}"/>
              </a:ext>
            </a:extLst>
          </p:cNvPr>
          <p:cNvGrpSpPr/>
          <p:nvPr/>
        </p:nvGrpSpPr>
        <p:grpSpPr>
          <a:xfrm>
            <a:off x="3923850" y="2428647"/>
            <a:ext cx="3316237" cy="825799"/>
            <a:chOff x="3445842" y="1775654"/>
            <a:chExt cx="3316237" cy="8257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2F41FB-6D99-1B10-C4D8-8C38E106D57E}"/>
                </a:ext>
              </a:extLst>
            </p:cNvPr>
            <p:cNvSpPr/>
            <p:nvPr/>
          </p:nvSpPr>
          <p:spPr>
            <a:xfrm>
              <a:off x="3445842" y="1775654"/>
              <a:ext cx="3316237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English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9A7FA2E-AFBE-29DA-8869-B6B8A01C1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5928" y="1848695"/>
              <a:ext cx="146232" cy="152400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CF27FC0-14B4-7CE9-1888-C74F5ACCF070}"/>
                </a:ext>
              </a:extLst>
            </p:cNvPr>
            <p:cNvSpPr/>
            <p:nvPr/>
          </p:nvSpPr>
          <p:spPr>
            <a:xfrm>
              <a:off x="3445842" y="2052652"/>
              <a:ext cx="331623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1C13B5-70D6-1679-FEC1-080486F51B19}"/>
                </a:ext>
              </a:extLst>
            </p:cNvPr>
            <p:cNvSpPr/>
            <p:nvPr/>
          </p:nvSpPr>
          <p:spPr>
            <a:xfrm>
              <a:off x="3445842" y="2324454"/>
              <a:ext cx="331623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Français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2733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1745-11B7-3152-86E0-CA399A13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192E00-9518-3880-6D36-06F82633A2BF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888AB9-8363-8208-6ADB-82998CE0D6B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929BE9-0F17-5CCE-0D7E-1BE6CA260D1A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FDD467-28C7-5935-29B9-E06E99070CE3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7B9C26-8A30-DE66-54C5-A66573CB7E3B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1961BC1-2836-C458-33E5-61FFD2FC6E4C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B3D00E49-0CCC-AB01-B755-F6DF74FCB58F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ECDBA4-9120-DA13-EE36-0F21A931F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5EE87F-7A91-0A1B-A2E1-E14D96BA7A11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45D684-828E-1342-4F15-B532C4F21930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2174A1-65C8-FDB1-D668-7A85A84202DF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7E18D1-F0F0-7C3E-D786-A8247B02FC01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37B9B09-8024-EC2E-E4CD-BAB54323BC34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B6D5E3A-9C8C-0757-FEF3-92D1AF46DE9E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760CED-8365-AB61-2B95-97B2519A87AA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64D2E1-3B6F-817F-F73C-726EDDA482F9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6CB985-53F2-D256-8D84-FF23AA849CD8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1ED7C29-D969-90CA-393D-C93916B1B8A6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0A0826B-8F1F-2150-322E-4C2E15104BE1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9B61412-3B39-792F-421E-952B42CC59A3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66110DF1-4B2C-7ED1-99CA-1A4BE303C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79DC820-7CF7-AABE-96A7-4996159A7B3A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07D3457-38D9-3629-57C9-1C285B4389B6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DA384A4-F449-3088-08E2-C26F87469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F0334480-4CB0-6661-01E6-E6171DF7F857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03376C4-7469-7951-6ABC-E58685187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F7C3F42-7D3D-97F5-5759-3CE50F2518DC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9795807-CB1C-B822-4AD5-8227F2BA4057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6542CD3-B497-7F9F-72EE-E79BF7642BB7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1BE3424-17E0-1F76-04CF-8AD3F4AE9067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12B94C7-FA15-7817-1D7A-E7572A6AAA35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029093-E344-3E6C-3518-A5D6ED43DCDC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B1E3FB2-B826-D3A8-94DE-800F6604E96D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DE88592-009F-AC81-5099-516767499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F544932-E4E4-1094-D8BC-BC6D77239815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80E3E8-F7C7-659C-F1AC-90FCB0D0B133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E324D9-3833-0781-573C-69B1B18D73AE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EAB5D0B-5007-366E-92D5-201FC7128FDA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304C1BB-E83D-7020-4D1F-2B116FC9A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BBB442C-4A94-D543-837E-B0BC596D12A7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558EA2-16DD-4A36-D5F2-CB9D7E053701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D9F665-31F1-D945-A6DF-836635116AB7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7B99C08-8F6E-2166-93CB-AC8D26ABF4D9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902B29-DECA-FDD0-5A8F-D14061B8E03E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7BD19B-5244-20C5-4C02-D7E750F090E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D348D5-3635-E7E4-7724-9EAE148BE78A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FDA4C34-8EF4-894B-1FDC-F9DC6890FA3A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FF249D-71A6-58A6-9DAD-31E1B54C6AE8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698689B-DD3B-25E8-F984-9CE2862989A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AD0987-D442-6637-3CA8-D8C2BE668A4C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C7F94C6-4DFF-A2FA-D11D-BA930A6B047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C5F200B-3311-2C2D-4450-393CB22530E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8B40D87-EEAB-7679-11BA-EA7693F9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5429A4A-8160-C4B3-25EF-26F637B1BFF1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F6BB77-1396-12E2-3EEE-EAF39A9DB549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6E02CF0-F17E-D168-AB7B-D8033F2EF6A2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14F584-67F1-6288-9470-978CC0F2EC70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5FC542-878A-216B-296D-30463120172A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ED2A95-D9FA-8EF0-F890-021E3D78EDA6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4C5888E-1799-298D-718E-99B0F787242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954F7C61-E1C5-7852-088E-EA99CB908E7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9DBC3349-4B5E-077A-22B4-EAE4BFC5A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C66BBCC-CF22-CC46-9E4B-B12988D8153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F0A5FB5D-D962-5DE0-9459-AA665F4C463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D389BC91-ED00-F2EA-B751-FE7C17C1C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4FB3775-3B5A-40D9-E226-36A37921FD53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DB62007D-E100-9E76-B9B3-16A298E39901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4499AC86-2851-9837-0555-68B25EF1A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18FC175-A648-B099-B222-FB4ED6B223B8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9D59E9D-B463-EBED-9ADF-BDD462389C4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927A396-01C0-AA5D-7199-595969EC6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4DBC2C4-E745-45AB-3756-C6D44A63F75D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F47752E3-4EF3-FC09-47B5-4F00B3764C9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72BD4C38-C808-3E98-567C-E038DF671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E54AAE7-B635-B68B-522D-1F93E51D6856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4CCD0AB6-49A0-CC13-7C1F-6E3AD80FE2D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A2259309-8A38-5B21-0D1C-499113452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A2F6656-28B8-12D9-94BA-9B3D38D45E1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80C5C6B-A0D1-3CAB-9C9B-A187E99E470C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A69C55-98E3-E6C6-6F66-532EFF5A52F4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848FD4-2BBE-420A-0EAE-FD4D2C27DB6B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2218134F-FB35-DEE5-EE1F-8A1CB1AA9F62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7797D1-99B1-9334-879F-E7DBC15487F7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58CB11C-7091-BA18-8908-724FDE21BC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B00358D-2F87-3F3C-CE7D-EA21DFAFD41A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204835-3135-BF64-263E-0C1C947B0BCF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18B18DE-279F-2660-89A4-F4E76C63C199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1A3107E-579D-D1BA-1D70-49EA7C35E711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7ADE3FF-512C-E3ED-732F-7F2A1D08D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4F8E7F2F-52E5-D994-067F-F1B35C1D74F4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56A9DE8-ECE2-AE08-0C94-75BFDD19940B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6E43414-402D-9F85-8B03-37CBEFD4D2DF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C305BA7-AE6D-B7B2-80F2-8B3277818BA4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308475B1-EEF0-6BF8-3E33-D57918E4C7EB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1D7830F-0163-4E88-64F1-F95A2A5BAFE4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53CE1FE-142D-30D3-0C74-ADF4583AEE19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30985F8-DB47-876E-EBC1-666298D1BC6A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A28C936-D318-8AA0-4049-22CAF01BC21B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52F6883-04F6-C9BC-1220-8D6D811B158A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78BFF13-5636-2860-4475-4C2E7B919819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459A2E1-6F42-108B-D8D3-295E2F43A4A8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FDF2A55A-4FD7-92C1-83B6-2951B1819A71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E417607-3927-5ABD-A09A-4FCA23319048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19599E0-74DC-EFE6-BA59-C6BA4CDAEE3E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C40F6C81-3578-541B-C347-CFBB7E67623D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9C123B58-8B4A-CCEF-D228-B7E2CC7B9A32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E0F6CDEB-34D9-B69B-DF04-08539410287B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27668B5-4AC3-3480-F80A-A4D44A661431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3B3D64F4-E30B-381A-EB52-39462E6D3D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4552E86E-19CF-55DD-38DD-783190501E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4603FAF-83A1-0534-AF49-D81A6C72D26E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687261-17D4-21B1-EBD2-3469711ECE87}"/>
              </a:ext>
            </a:extLst>
          </p:cNvPr>
          <p:cNvGrpSpPr/>
          <p:nvPr/>
        </p:nvGrpSpPr>
        <p:grpSpPr>
          <a:xfrm>
            <a:off x="3923850" y="2428647"/>
            <a:ext cx="3316237" cy="825799"/>
            <a:chOff x="3445842" y="1775654"/>
            <a:chExt cx="3316237" cy="82579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9171663-CCFE-452B-6621-2F2132A8B2A2}"/>
                </a:ext>
              </a:extLst>
            </p:cNvPr>
            <p:cNvSpPr/>
            <p:nvPr/>
          </p:nvSpPr>
          <p:spPr>
            <a:xfrm>
              <a:off x="3445842" y="1775654"/>
              <a:ext cx="331623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English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EDA79D6-85DE-8E67-BB29-437D58736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5928" y="1848695"/>
              <a:ext cx="146232" cy="152400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2BCC5A-357F-BFD3-0CF4-33527EC34EEB}"/>
                </a:ext>
              </a:extLst>
            </p:cNvPr>
            <p:cNvSpPr/>
            <p:nvPr/>
          </p:nvSpPr>
          <p:spPr>
            <a:xfrm>
              <a:off x="3445842" y="2052652"/>
              <a:ext cx="3316237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8EB28EE-4812-BA5B-92E0-132876D24C9F}"/>
                </a:ext>
              </a:extLst>
            </p:cNvPr>
            <p:cNvSpPr/>
            <p:nvPr/>
          </p:nvSpPr>
          <p:spPr>
            <a:xfrm>
              <a:off x="3445842" y="2324454"/>
              <a:ext cx="3316237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Français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2835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60D1-39B5-34E4-CC8C-199053CA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918F09-BE1C-5F29-C231-40C18660EAAE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2B938C-4A4E-6F90-E696-93CF08F728AC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6E5507-03A5-4A41-8B11-7EE2D191A974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0C2E30-C662-F804-FEAF-809AB5B0F680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AFF28F-FF9A-B27E-E1B8-43159CA124B0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84485F-4AC4-1619-585B-57058EE0506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544CC82A-1073-A822-E9F2-C8796B92F3C8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B9A30B-DCB3-2EA9-02CF-95ACD5B7E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C92777E-AA97-9D87-A183-43487188ECEF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B576B6-1C2C-6058-DE12-B12C0D49BA69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35E663-6487-67F5-8EEC-CD76FEE4FD1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C1DF94-8C09-D008-CBBD-5D9832C0B7C7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FADB745-C8E3-0777-E5DD-AC1E79BF7D77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03904B0-2E16-4FD3-8F8C-6227B6DF809A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2573D3B-4D62-FCAA-BF94-F68C3190CABC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9AA3373-61A7-651A-39C3-F3170F72152B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295107-EC13-A541-E151-0049A203A3B1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6A3BFAA-99A6-4503-5123-0917415F11C5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0173324-5FED-F1C9-1117-6E95AA39D2E3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1C7E933-202D-C813-91D4-C8C9147AF2B9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0EDA99B4-B69B-E5C1-0B49-2DB6FBED0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CE7527-3E2A-4EB1-131D-D387FFC402D7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061AAD6-2CC1-B3A2-D66B-16C2EBF09F52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E0C1C2A0-B150-A3AF-3FE4-B98C25AAA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3996B8B-9948-28B6-667D-199D7F5F40F2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38620A2-301E-BA6C-E5AA-74FB4C249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325C947-2AE4-D0A7-14F9-FF0FFC3868D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96FF48-897E-2F88-30A4-3A4E3B8B1B18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8F605A3-24D6-90A1-8F02-F4D24579EA88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63A0AD1-81D4-E4C6-4D44-78704162D218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B7D6E69-387F-507C-8A44-75F510B513C5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1CCFE9-0C4E-9E15-561C-C1017CA73764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FC726C1-EF34-77C3-448B-F01511A2BD65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0E4A9F-824C-2A76-8E39-2D0677997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D5E0C720-501B-5A7C-B7E8-0A9BF79E21B2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9864AC-92C1-9914-74CD-179E33108A31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0FEB19-D47C-AE64-DED3-6E3425187777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90EDAF-C2AE-FC0D-3B82-57C2AACE3635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3E953CE-8A59-F82D-56EA-E0C44BD3C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3B44025-C571-2DCD-47C5-7FD38B55162D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07760E-9BEB-EA5E-32B3-0361960DD762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03A591-F5D0-2E17-2FF0-D09480B8E8E3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954A12D-675F-E695-114B-02D7C32AAF9A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4B4956-8CB9-DFC8-5DE2-57B70774CD14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96CD2C-97ED-6180-9D99-5A09EAF33D30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62F59B-A7A2-9793-1EF9-625AD04C473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0CE9EC-B717-5B66-3400-998AD0C6C2CD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4598B7-FB53-B52E-EA97-91302DCFD0D4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52257AA-479C-6E33-C511-A576841E91DF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8C83A7-F080-D964-E7D5-6D5E61C99E7F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4B7CDDA-92D0-90C3-39A2-CEA08E14A217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38A731-1FB3-0FAD-B084-139956D66C8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64F115F-B71F-B59C-F33C-A02169A4C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FC7DB98-D2F0-8E55-D10C-3F80C0EAD3B7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9FD996-8108-1750-9E97-FF0378CB08EF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8C8CAD-1922-553F-A417-C12D9E1038A2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AD6371C-AA7A-B748-600E-7C7247E8BD9E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6DA2B4-CCB6-53D7-A093-03184F8331D5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6C376A-A5ED-A899-9BB1-008E59A51204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08BCAD8-9C1A-4D8C-B57B-49402F41D09A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4079B5C0-7325-4B79-9EC6-9665F27D031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E9435659-EB2B-8F8B-8722-4557CE7E2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8932E3F-3055-4193-AB45-DCA2656F0955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DDB9C3C-704E-6FC8-498D-A3B645E634D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E0C57ECE-A35F-7436-64E0-1B55B5F26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06A4450-BFFA-47B1-12FD-C43F87A9AE49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B584795-3867-7BAA-AED1-CE56A58D1A1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D00FE8D-3F11-552F-CC3A-AE633332D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921A360-3686-9151-931E-06D05C1BFA5E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38A7CFFA-6C35-3C9C-0F0F-2F8974319364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F5FF93B6-AFBE-9D01-C5F6-E79AAE455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FA5B379-AFDC-346F-7DBB-58BAFC40F856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23E14D9E-BB60-24CA-6FBF-1A61666CC91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3412ABE9-CF34-AF78-A17B-F182CAECB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0965E61-81F7-56EF-BE63-1D16B9B267AF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4BDC8EFA-630B-D0D6-B0EF-5C63B5AFC6D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F98FC1D-15E1-AD79-84C7-0D23493D5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8764FAE-5B8B-6627-69B0-77A5ECE31FA2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C3A4619C-DED2-6B8B-1B57-18B026089A6D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1F4D25-4A2D-D5BC-420E-F5DA0B797884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EB0EC7-4A16-CD79-56B4-86BABFA8F575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5D5B046A-4D12-728F-7B32-AF40D11980FA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EFC0BB-41FA-4AF6-A021-6739B523993C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972A657-5F48-028A-2AA0-7362E1BC0B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E9FB531-01BF-B47F-DF58-99A7CAFADE32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6F70ADE-7CD5-89D6-1B02-D49828AD946D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7E2BB36-9399-B5AA-24C6-203CB40ED11E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F5D72EA4-75BF-5516-D7E0-105A31D42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27C9056-43ED-122C-1ED6-C43CA938172D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6A1A565-AF63-47E5-8C3B-5F5157B3C15D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60B737D-F92E-AEB5-15CF-6C8B7CF53387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BC53710-F95C-F714-C9CF-48C1CF2E5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B278E53-2CE9-5B46-5370-C9F89948630E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69CE3B-626F-6164-0E07-C442D66A89AE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A06DEF1-F102-D6E3-C30F-0436F76830C3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8EAA6B8-B814-544B-DB10-425B81EF6E9A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60408BE-BC1E-7363-D46C-28444B1FAA65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31B6089D-B986-45D9-BCC0-ADE60DC917F1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2A62DA0-A6C4-4E21-3EEA-F6620D28824F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EEF05BF-221D-F05E-791E-F6F969AFEC83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15D50D0-D6C2-AD99-3084-42D164A24F75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C07089BB-71EF-758A-75BE-194779792BBD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0B10376-221F-1DF5-6361-84F3CE43E71E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F06AECF-DFD7-63A1-A3B4-503B23FE7058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C89B0223-CC27-8C4E-6D5A-395D28C29027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971990B-99AA-EF52-5D86-8DE9798EC51D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EAC7915-F211-16C5-CA28-842CC4FA0C8A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9B1C659A-2A30-4919-DE5F-481F9141D814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B07225E-4208-1557-2038-E642BF9AC0E2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C74B8ED3-E2F6-5F51-9DE1-4148CCDDADF0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20B6BCF-EE87-C7BA-285E-621E13C8C34C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FEE7A219-3544-D421-D3C0-ABD4DC5948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9A5924DE-1D5B-3D18-F260-5AA45CC282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46963B4-2E9C-1273-BBD7-F43A94EB29E7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297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D24B-307B-F347-1E41-27C96212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CCB0DB-C262-4C8B-2C51-8130D50B9ACF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275D9E-433F-4A36-1487-99BBC984CE0A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3D7214-7C25-6C00-1191-BC580CF0AC49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2E9071-FB32-D32A-2087-AE2148C084BE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733454-DC69-8186-E2B0-83E5ED657A4B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FACF75-8C1F-BCBE-6BB6-309332B020B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056D8D0-AB54-4370-8B8C-87BAE268E881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FA5621-2A98-85BB-8C4C-DDAE99195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74001D0-9ECD-217B-19FF-7F3B5A6EDE69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53EC91-2D35-D5F2-99F0-45ED59525388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A80899-282C-49D9-2B67-0F748A4BE25A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44BCEA-A443-D0EE-C5DF-33D6109D7B64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BC8D9B-2D6B-7E2E-50A4-2E1CB1B6D42F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130CC0-BF43-414D-13CA-27762AC68B79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CDAAAE-4EC8-13BC-8BEA-5790BEB08AED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9B5D9F0-0940-68C8-2F63-BDC26E94C128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AC9155-36D6-EAA1-8873-B090E0374204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F6F2EE3-F766-1B75-E2F7-0262FD68767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777EB17-3CB4-D992-F61A-32B919193D38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9E25FCB-1042-F64D-AAE5-1AD07CD20F72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3BC21059-4C41-B703-763D-6D3EB48B0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CC271C1-9E9E-7671-CA3E-A405C5AFEDC4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09CD47F7-C087-D337-4430-C719A528A963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A9BDA91-6E17-B9C5-7A0D-69C8E979A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51795B0-333C-5C80-96C8-9AA9B9867CD1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7AF0BD95-F113-7DAA-0DFE-4E1658E9F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BAA3826-21F1-9A2C-F681-181CE7E9782A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4D9714B-777B-34F5-84B3-CB9EB7D6BA7B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30C0C4C-5930-6406-491D-E3D6BE26E318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7468F91-37D9-92C4-FE8A-BFE39502F268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59415FC2-9E58-A7F7-A57F-06F3D1B77AFC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35E429-B4D5-7B4F-33B0-D2993EA689A3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AE266BE-6C14-F32F-B814-A12FAC6BEC67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5E755F7-832A-AB2A-965E-E190573F1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63CC4DE-339B-D265-0A34-EC8B7CB19FB9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93B9C48-1504-620D-EAB9-30F7068201A4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E411DB5-DA04-3E09-178A-86E3FDF58AA0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B9395CE-5F95-6A72-0AF9-03D0A2F30035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85FDE4F-0E4F-C11F-D012-83D90F62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3EECF58-BD18-9139-0932-AB5C7666FD99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403B0E1-623C-6EFE-085D-4F4419330925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01A5ED-0462-EB9D-3BB4-AF44C314718D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C12CF4-15FB-E78E-DE06-5B74DA8DDFD0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337508-7226-7488-BF74-9A5676A44A9E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79CB68A-5D0E-9A40-74B6-3A186CADDB9C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A0E1D3-5F22-5D36-CC54-34C1CA8DB478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F3CF18-02BE-BFA1-488A-71D4C9687E87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C8A405-161B-4A17-2933-90CA3FEA91F7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5463B88-6641-163C-592D-06B8155EE2AF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F35B2C-9138-F1E2-5BFF-DB5C2BD035F5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0A20208-7DFF-8212-6E7E-B5A5CF6D6E90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1845FCA-13DA-CF63-BFA0-2533ABE03D7B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E68E71F-D9FD-EC17-2E8A-1024196B2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DCC5DD1-6C7A-ED72-8157-6130EB896FD9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854740-F49C-9088-00ED-40473AF7EB26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9D9B91-FF1C-0849-6424-0BBEF1C42A3C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053DC9-8AA3-1963-EE9A-D1D6BAD9DB66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6FAE07-6DC3-37C0-C377-7F15F75F8C88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211C31-0602-2B38-A86A-03EEEED41C4F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C10E354-ED72-EF9D-11F6-D421E3828EA5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0E3CE843-539E-3B56-B643-0A0A7CA02C0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40B81040-14EE-2773-6B3F-1C45B329F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4B96122-9EF1-B19F-0BC8-E20DDB64602E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5979F413-8483-712A-4023-AA9673B24E2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B5442499-6E3D-759B-1C45-60BF4AC80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8EAE319-7A29-D1EC-888A-DCA0084D75DB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DC78656-4866-751B-26C9-15D7B38F4BE3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6DC0B517-D2CE-5128-E302-7CD213E02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D34312D-2BF8-085D-4397-746B7AEEC453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28C45277-794A-97C9-F48F-B67B02A25D4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159AA86F-74B6-09FD-62C5-04DCA977A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AB1106B-3F65-95E5-3FB9-6D37B254D2DA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75EB142A-75FB-258E-53EB-479AD50FCF5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CFBE754-5CFA-00E5-FA04-F087AD360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8BE876B-02D6-A92C-8E7F-3CB4628F314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4B34EE00-E665-5070-AF6A-28A29BBB71D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4A33EAA9-AE2A-CA64-50D2-1922B0ABB0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BB8067B-47D5-5781-3292-7B9B47C7BE1E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23F56717-A467-C9DC-0858-CFC2C423DF6F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CD315E-69EB-8BCF-A818-3D6A8EB16EAF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029673E-252A-8B7F-3A41-D90F1EB11928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5FE66D33-6216-AA4F-5600-CD9DEA90CC85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CC99F4-1455-2B98-B913-B181D17D210D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3F063ACA-82A5-8991-72AC-7A6061398E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A3AA7D3-CCB2-A33F-B4D3-8D8E74D92ED0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F496122-B5BB-8151-854C-FECFB9FD98FC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641F274-A9EE-FAC2-A098-28062099A0A6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4081441-04DE-505F-29D4-E886EF204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307B7A94-5201-BD1E-E689-D54D29EFB704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9C78559-136D-77EF-E638-89475BDD4A0D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22B6645-3545-CC85-7762-90CB40C4DD93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67BC850-7600-8BFA-55C9-056230AA9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2A70C7B-43F6-B46A-5694-EA22E9B6C9E7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160260-7059-455E-346E-BB96ED20A256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F9A6341-0F90-FE11-372F-83B811D328BA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A445819-23D3-F842-57FF-2BE0275D8025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CD14E3F-57F0-8CB2-8ED5-987B7F2986BF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92F9B3C-1E2E-FE99-7E5A-8C885C7C6F0D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E63048-971A-E193-EEBA-4182A7160E03}"/>
              </a:ext>
            </a:extLst>
          </p:cNvPr>
          <p:cNvSpPr txBox="1"/>
          <p:nvPr/>
        </p:nvSpPr>
        <p:spPr>
          <a:xfrm>
            <a:off x="1886510" y="3683034"/>
            <a:ext cx="16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</a:t>
            </a:r>
            <a:r>
              <a:rPr lang="en-US" sz="1200" noProof="1">
                <a:latin typeface="Segoe UI" panose="020B0502040204020203" pitchFamily="34" charset="0"/>
                <a:cs typeface="Segoe UI" panose="020B0502040204020203" pitchFamily="34" charset="0"/>
              </a:rPr>
              <a:t>save last config</a:t>
            </a:r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9B9605-F6B5-CF9B-7566-DF8E167227D7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8A9CED-4230-5386-FE85-8182D5B7886A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CC4CAE0-8150-DCB5-13B9-023FBD8F920B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ECDE728-DE0B-72C8-6AEB-02FC7B589B33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BE2BF10-A09D-9767-8CDD-1AAA3B469D27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EC341D9A-7162-3562-6BE2-A40D05159CAF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4164115-E122-0432-0A7F-3FA13893E118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29EC382-D8EB-0945-722C-3171800A8DD4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67D40A5A-2A82-150C-CE2E-9B1A53C99EB5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E0C856F-8FE7-15AD-FC06-2679AE4D2E95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FC7605C9-1735-E713-5594-CA9BCEC49C8B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E38DE48-0313-2604-139D-5FB9CE5860F0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C6A0DB65-1565-CBB6-AE11-881C5C1D43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0725D2AE-B292-84F7-B333-F3EA16E69C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1C4E3E3-C58F-FA07-F26F-8362473C1B99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291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E95F-5DD3-232F-C1DB-F8AC5DBF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481CC1-DDC9-59C4-53C1-C720DB2EEFB0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05C06A-CBB3-DCB0-08FB-A30538049537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26128-F1D5-5F8B-2689-4E93A1D11E3F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AB35E-C215-A76D-179D-95A566F28864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CAB443-292E-049D-A1C4-5FF5DE53376B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15DC9D-C7DE-9E16-4479-300F5E2E9403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75077F5-50B1-754C-89F8-115CB93A5AA6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0B2BDA-BB20-5E8F-DD7E-7E9B136A6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00C3F6-ECC3-2CD1-2B92-2C94B98B12E4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861E89-5C41-5B7B-2E2B-C17A212F7E5E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BAC82D-9489-365C-D8D6-01CBC8D8225C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4B8349-0522-F38E-1327-E3B1F3D25BE6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F4A6206-CBD0-9C66-47D9-6068FFB77950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B39374F-1784-EEF0-887A-C3AF9E94102E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7B4176-92C8-D163-81F0-C9B95C456569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735E67-25DB-77E7-F295-8045D8AD70AE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DDDB87-6263-BBC8-8B9D-CCFA810F6D01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5E6EED-5B76-BB65-3956-809309080170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0EF6328-4D7E-8834-DD8E-A3D83FB40DF0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D9B4847-F6B8-29BB-B058-9D101B10B284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CEF78E3E-D941-1AF9-3E2C-6A96E567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291C255-1E77-D524-A9A8-592BEE6F815C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498CDA8-5FF2-4C47-83C8-59A0B09C6DA8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3C2E0835-25B2-27CF-ECCC-1EEE2782F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CF8DA645-1A75-7F39-0B9F-3365D6994B38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D35F02AF-E705-68E6-B8B1-6A9D54080A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5C8BE08-FEF1-4721-0C4B-679AB7D070BC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8C3DF21-8E69-245F-12C3-95DFA981FD65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7A43845-B479-0BAC-AA5A-1ABBBF2845EC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F068BE7-6B34-BE0F-3424-D4EF6078950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0EB9D19-4ED1-8CFC-8882-3DE82381DFA9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6EE5C0-4206-24B3-2B46-234C0CBD548C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A67F626-DF88-6B40-E906-CAA77B8C7C23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816D38A-7285-3307-4426-D64E8E374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E84CE1D-1034-0278-7DD6-EC3CD6DB866B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4E8ECF-5760-7DCA-A5E9-41F15F9DF116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39D0EF7-0D79-E0A5-AC6C-F528072D4B2F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06B742-C158-9994-336D-1F2EE48C9A5D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3C212C5-7E3A-5E35-CA88-AFEA1FEE8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13D3F2B-483E-6A24-836F-151DF44EA553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3E1B3E-AE00-7EFB-1BE9-A33E4C72023F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B2E6C0-5F3B-3466-9B11-20214546C227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9C39568-D82B-0286-586C-7AB2E6AE83D4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F62E73-7FD8-036D-D60E-4B05C4601176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56E104-46AA-BB9D-BCD1-BDF737A5AF96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2FD86D-B6E5-A38E-A126-D2B2E27636A4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82D9B4-E045-A7FE-08A7-0132B597FC40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35D248-417D-7992-373C-5B1C2F6649AF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11A17DA-6A82-0C24-20D2-3D9148F92F6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A6B714-23C6-55FB-8E65-D6A66EE5F4AE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A0A87BD-E0C5-3A34-0CA4-29C1B42724E8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4A3C202-FF80-776E-D1E1-CD0BC17417CF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D176C0F-95EF-0687-DCC9-95305F214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D4EE71E-E004-F717-E2EA-2173174B75C0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FE1E4E-F6B6-AD98-DABF-8E3A613A6950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F19997-AFC8-2D76-2428-08F506795211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E5152B-966A-BF33-31AB-2A3DFF519A1E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01D8AC-7B20-D0E3-AA48-A0B475816492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90185B6-A368-BE9D-A153-3AD11C13A29C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207234-CF17-D882-B313-05B2CEBBDAF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0FBEE717-5051-4E8F-A003-63AEAE42F5D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6DD14607-41F2-11DE-DC0B-A0290F931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4AE7C68-441D-41AD-7640-55D0274EA677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2107BBC-EDB1-2C2F-749D-2C43E6B5CF6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CE86CD7F-7E66-E60C-B4AB-423B387A1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B4A149-7395-D401-D7CF-3A0CD013095F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1140C2A4-B0D6-CF60-AE13-19795B8835F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5C69A40-3C20-C684-DB0B-729606516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E40EB97-D511-5093-9BEF-CFEAA6C3B9A9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041171FF-B45A-0A80-AB6D-3E6D2A03DD1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12AB014C-5E13-8D7F-2D0B-AD8A9B047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A40C9E-3B71-3DB0-494B-1584E8874385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1EE200F6-5A7B-2B97-26E0-5ABF344E388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739CE0A4-D1DE-2B35-E14B-51C36C96E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B8BB243-0EDD-2F43-8EFD-DC2EAF1F238D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E92ADF6D-D822-08A5-36A3-0439C051615A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9D1A693-7C6C-3F0D-C977-2DED4C7F6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497818A-DD7E-EA88-B994-36C07C1C0E1B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FCBBD2E5-C6D8-61C4-192B-6A4AC4F0C5D3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EA06C4-9491-144C-CD5E-1C7FDB1D0380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366609-E1F0-380F-1300-B6A40DC34CD2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E23A9ADF-B962-94A0-C5EC-8081422FC11C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2975D1-F558-0340-A02D-4F36602D2ACE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AEA139-38FF-238E-AB23-5E7CA259C5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6545AE3-3DA5-DC4B-CEB7-9B636F72C09E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438480C-667E-00CB-3F27-F4D2D6F566F0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8EE775B-A1B9-158E-53A0-3A16D35A6EB9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6DCEDDEC-A861-A832-68F1-5AC2544CE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3ABF167-D26F-C80D-9B9F-42D2719C7533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C084433-592C-177C-32D6-A654E4F2CB31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8901672-0498-DFB2-8CBF-1FB9AB938EBB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758A7DC-319F-E078-F8C0-3D542EE40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5B61627-4A7F-35B9-8390-04091B231A7A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9870A9F-3D78-1B10-DDFC-A866166A5C25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…\OEM\AppData\QuickWinstall\output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F777EB00-E507-F3CD-B56C-A9E5A6AC2503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48D5677-3C26-A6CB-3BAB-9E62C69D0ED0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FE6B316-D19B-24B1-D67A-1C2FCDDDD767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E343FBE-363D-C10D-B574-79A5B3BC152D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E5A052-692A-67AA-EF51-83E9669FB19D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018A5A1-4434-4582-6714-07123DE756CF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6213BA3-CCE3-F584-104D-988622ADE1BA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3CC2536-0027-394F-7D33-7CDA55BABD7A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7FCAC3B-269A-A52D-FFE5-3F414B19BA79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09D4641-A1FE-78A4-E1A5-B6264AFF3D22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C0721604-F070-6889-B25E-6116194BBA1C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C958CFFE-6199-3A59-840D-D10DD1FAA6F7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931FE69-60F5-FDBA-F468-8A3443CDE396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132A17DB-E926-081F-F5DA-9EF7A7EB42AF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FF3143E-9396-1A2E-8AB8-E9FC51BE2FBB}"/>
                </a:ext>
              </a:extLst>
            </p:cNvPr>
            <p:cNvSpPr/>
            <p:nvPr/>
          </p:nvSpPr>
          <p:spPr>
            <a:xfrm>
              <a:off x="3956705" y="3724076"/>
              <a:ext cx="223472" cy="22347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A607BE90-FDD9-AF34-5810-D1EE78CE1588}"/>
              </a:ext>
            </a:extLst>
          </p:cNvPr>
          <p:cNvSpPr txBox="1"/>
          <p:nvPr/>
        </p:nvSpPr>
        <p:spPr>
          <a:xfrm>
            <a:off x="4555201" y="3690373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8B90EDA-963B-991F-EA66-990661815455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B2D983C4-E545-ED45-5483-A000981889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CA037A66-A6AC-C6F0-020B-18C2A43759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236C67C-91A3-1DBF-41B9-70FC97025139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6725B46-054D-B6A3-11A0-60E1E61AB7E0}"/>
              </a:ext>
            </a:extLst>
          </p:cNvPr>
          <p:cNvSpPr/>
          <p:nvPr/>
        </p:nvSpPr>
        <p:spPr>
          <a:xfrm>
            <a:off x="1476998" y="768977"/>
            <a:ext cx="6832265" cy="5077254"/>
          </a:xfrm>
          <a:prstGeom prst="roundRect">
            <a:avLst>
              <a:gd name="adj" fmla="val 201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noProof="1">
                <a:solidFill>
                  <a:sysClr val="windowText" lastClr="000000"/>
                </a:solidFill>
              </a:rPr>
              <a:t>Windows Explorer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17CA052-B9DD-098C-A92B-8561EEF43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957" y="866626"/>
            <a:ext cx="152400" cy="152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F722F54-469A-95E5-7BFD-1D00CDA5113F}"/>
              </a:ext>
            </a:extLst>
          </p:cNvPr>
          <p:cNvSpPr txBox="1"/>
          <p:nvPr/>
        </p:nvSpPr>
        <p:spPr>
          <a:xfrm>
            <a:off x="1751729" y="815584"/>
            <a:ext cx="1626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Select XML Save Path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322C7-746A-0E3A-C95C-5DF7EE8CB056}"/>
              </a:ext>
            </a:extLst>
          </p:cNvPr>
          <p:cNvSpPr txBox="1"/>
          <p:nvPr/>
        </p:nvSpPr>
        <p:spPr>
          <a:xfrm>
            <a:off x="2425533" y="4946308"/>
            <a:ext cx="1123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saved at: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B24DA2F-C166-232B-E983-5119313061C4}"/>
              </a:ext>
            </a:extLst>
          </p:cNvPr>
          <p:cNvSpPr/>
          <p:nvPr/>
        </p:nvSpPr>
        <p:spPr>
          <a:xfrm>
            <a:off x="6295666" y="5442992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9F2E083-86ED-D60C-636B-29AECEEABD56}"/>
              </a:ext>
            </a:extLst>
          </p:cNvPr>
          <p:cNvSpPr/>
          <p:nvPr/>
        </p:nvSpPr>
        <p:spPr>
          <a:xfrm>
            <a:off x="7299814" y="5442992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785771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54761-3B86-E787-E8D7-A4254893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EA4C20-E79D-0296-EA97-DF7533A6818B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6251D1-7A98-2A4B-DF7A-532261A7EC6D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487C34-8F5B-8D5D-F039-0D1C207C13EC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992B45C-7753-B696-BC8E-3A0C4043D7CB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CA41A-A5C6-2D39-49B6-9E4732DB0D1A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DAA443-EA76-7BFA-78CD-2DECED3B49EF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8C5AEDD-ADEB-9064-2FE5-A806E35E1276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6FDE86-039E-9B67-06F2-4D4146B10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7A03BE-ED0C-1F91-62BE-10EDDE0379D8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70D15F-42A2-58D2-5C27-71C58F25EC1C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84CFAD8-08D8-0668-29F8-FA305DA98602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AC0B60-C1EA-C536-994E-60D9F8368090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4CFA758-988A-2CD7-6EEE-3DB234D84A29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055E2E-F3A8-2489-C82D-E6B487B562B1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D905FC-BF7D-44E7-32E9-19C1461F958A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D4AF9E1-8AC1-26C6-A5F2-0C0DFAB84DD7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8CFCE4-B390-4C19-82EA-3E2471A238A5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37CDB70-9221-1EE1-9AFB-D5F57201B9F2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89224F9-D45E-D3B5-B852-42D2B7A9373B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AF9FABF-AEB6-4295-63C3-8A22840DD9D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FD9114F6-7191-CD20-5D4F-30A77EDB1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329D759-5930-184A-0B43-41D166A05AF4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960146DB-5CDF-88C5-74F0-68032E18EF59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3AF193B0-01E6-D3C9-C380-EDDEF3B74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459F338B-D0CC-4381-7A93-47A85D692B39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61E8868D-3560-BE74-6357-FE3C4A362F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A3A4D55-092B-04DA-8339-648FB6B0DE81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7E0F917-6901-BED9-17CF-BB622D346D75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65911A-4AB4-C26D-9139-C690C89B4143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7366A9A-623E-F0E6-2DC5-489B7953684F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CF2E1DA0-B9A9-76EF-A845-0B61362BD861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04B4F68-858B-4BED-4FE6-E0D8BAC571A9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B2BBC6E-A2BD-7C29-86AA-DF512B1FCE6C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A3C8A64-AAAB-45B6-BE1C-0DC58EF80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71692CE-C3C6-2B8C-BD6E-6BD11EDA96EE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F10C132-FD78-FAF5-942F-B08BE1913A7C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403A87-DF16-3B6A-63B5-22BB53C5A43B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4DE93F7-8903-67AA-F54E-8D398035F1E4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C0AE5E2-18E5-4969-537D-B94F6EE09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BE54A2C-4E5F-E0CF-C93A-9090D641613C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86FF93-F455-C39B-121F-1BA63C8CD419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9A0378-B250-BF51-DC63-CFC2EACB0DB3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6C70BC3-7A4F-F431-D9BB-832763BBB333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8E6D0A-DAA9-FB01-4D4A-815B5D6D6E5F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950968-3AE2-802A-EBEC-B08901E3F62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99B5ED-513A-4A35-7B62-75984505A890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5D2802-D975-11FF-BDC7-CCBA13C81029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792175-90AD-4F09-1F00-4AA7EAEF39D3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2DA203-3ED2-E7DC-6E33-ABA72CB01069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A21491-149F-EB64-4F0A-D9FD11BA7108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8A413C2-F494-13CD-1661-C6474520BC09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9FB6ACF-2F16-4C74-5AE0-808C6396A0E2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A7BE9A5-B65A-04F8-80A8-1E83F6980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A8105D65-656B-7794-EFA7-5E9E9ABEDC67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C6DE76-41AC-FBA5-2214-263A366EF5BF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E2ED69-9B8B-7194-60C3-838B8DCF2A10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3BC6EC6-A7F5-53AB-371D-5F4DDCB9F08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947D5C-BA1C-B8D7-3ED2-C00E73C4DA26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75436E-85C3-5392-F259-32A10669EB7B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82043FB-B5BD-48D7-747D-07D02FB9479E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EC7E48C6-9B91-27E2-A6CE-CA1257882C2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4F24647-F814-DDD1-26FD-D2641EE23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03826EA-669F-7FF0-F3D5-37B3BDE230D3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E07A49A-91F7-FCD7-21CB-2C8289159745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A17EBB8F-D0F4-DBB9-A89C-3587D7EED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6A4DBE-E492-3DD3-BAE8-565497041120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31C1DA00-09F6-A307-C772-B554F07BCB9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D7DB74AC-3472-645C-5B2D-590683B45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ED9EEE2-D469-7889-5F85-D27CCFEE7FAF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77EEEE0C-1ACD-76B3-8A88-D4670600190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23607DA-3FCE-A795-A837-99BB12487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E5E40D0-9C24-D608-8A7F-18D1DD60EACD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0D9FD04C-F8FA-8504-07C1-A85F1775AC8B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2B330F9D-5477-8949-B87D-731030F5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71F1C79-A4C6-1EC9-B7B1-FBE748DE8677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65456ED6-A233-50BF-5FF8-56C3B1D459D2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56BEFEB7-67CC-4903-8A6F-BC3298609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8CEE04A7-19B5-988E-29D2-B4D272764AF7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17DD3445-B654-1320-667A-FCD19C48EDD1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BBDCB5-3AFA-B1AD-1745-D04BCB744978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58C2EB-7B5A-7A8B-28DB-AE63A68EE34F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A2B6D6E3-3EC7-8D2D-0883-7A6E1DA880D5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16A844-B9FB-D495-660B-5F78F7F2A565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6402ECE-B1AE-FA99-FED0-93866BF1A8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988C957-6897-0CBD-8665-6CE937E8A35A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EF0E03-EB61-BA65-3454-2EE3FD0E4227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D6EF94A-F9F5-7536-967E-66AD1E18B887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B87C08C-04CF-4481-17B4-39B04C124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84293D7-93C9-80A8-602B-25B81BB2D1D8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DB5F2DA-55DF-AB77-1E08-D06FC809729B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BE65866-F0F0-C337-567B-A963F88D0D9C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7314A17-2ADF-3EA8-3676-C223D8895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E49D875-8EA1-E07F-4AA6-FE8780525063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562D547-4FE7-BC4B-BBFC-74017261207D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D:\Users\OEM\Documents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89AE760-9577-B0E1-0D6E-CE460D5B8F9B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5EC7512-30C4-A09A-80F5-9724A560C6DE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C00BD0E-EB3B-FBF5-795B-30C9988BD315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001141A8-0407-2CF3-6E2E-9072232E0DB7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34EE3-B635-9C39-5B75-2F343A0581F4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D775B3B-CB3B-2DE8-647D-AE9C5514F7A5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226969-2BC6-0FB2-5271-F3B69E0B29B3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B3509E17-5EA3-9EE1-F911-97397F0569FF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3F9EFA1C-009E-61D7-96D7-6A32CFEFE3D5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D45A298-D9C8-B363-391A-23D6420BD22A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FDF887E2-76F2-42CE-5B01-EFAF95640E17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12580F2D-3E76-3CAB-97F4-0A216BDF5226}"/>
                </a:ext>
              </a:extLst>
            </p:cNvPr>
            <p:cNvSpPr/>
            <p:nvPr/>
          </p:nvSpPr>
          <p:spPr>
            <a:xfrm>
              <a:off x="4200496" y="371713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08BBB71-5226-B41E-4936-80F975163F29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C52DFAAA-D50E-03BF-30D1-8E844D9E932A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6082303C-7427-3398-283E-C3B68813FF5E}"/>
                </a:ext>
              </a:extLst>
            </p:cNvPr>
            <p:cNvSpPr/>
            <p:nvPr/>
          </p:nvSpPr>
          <p:spPr>
            <a:xfrm>
              <a:off x="3956705" y="3717645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B6C45A80-EAAC-1955-1B55-EAF992E6887D}"/>
              </a:ext>
            </a:extLst>
          </p:cNvPr>
          <p:cNvSpPr txBox="1"/>
          <p:nvPr/>
        </p:nvSpPr>
        <p:spPr>
          <a:xfrm>
            <a:off x="4572834" y="3690373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EE05D5C-3504-95A2-7325-CCA3582EB0B1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A5172E79-75C0-7C4B-F571-79A27F1F03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A9F045F1-9998-E33B-D1F7-0189EC3D8B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E72C193-310C-BE56-1800-5717F3A1CE6B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525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7B82D-38F0-1C00-A81D-1B876F6D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EC4727E8-BC3B-0C2D-40B4-D1762DEDC6D5}"/>
              </a:ext>
            </a:extLst>
          </p:cNvPr>
          <p:cNvGrpSpPr/>
          <p:nvPr/>
        </p:nvGrpSpPr>
        <p:grpSpPr>
          <a:xfrm>
            <a:off x="1736262" y="147485"/>
            <a:ext cx="5665819" cy="6450448"/>
            <a:chOff x="1736262" y="147485"/>
            <a:chExt cx="5665819" cy="645044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1FD2E0E-EFDD-0476-B09A-730623F0E317}"/>
                </a:ext>
              </a:extLst>
            </p:cNvPr>
            <p:cNvSpPr/>
            <p:nvPr/>
          </p:nvSpPr>
          <p:spPr>
            <a:xfrm>
              <a:off x="1741919" y="147485"/>
              <a:ext cx="5660162" cy="6346079"/>
            </a:xfrm>
            <a:prstGeom prst="roundRect">
              <a:avLst>
                <a:gd name="adj" fmla="val 2771"/>
              </a:avLst>
            </a:prstGeom>
            <a:solidFill>
              <a:srgbClr val="E1E1E1"/>
            </a:solidFill>
            <a:ln>
              <a:solidFill>
                <a:schemeClr val="tx1"/>
              </a:solidFill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75774A-A3EA-BDC7-375D-E931786D0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6262" y="417907"/>
              <a:ext cx="5663686" cy="208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ultiplication Sign 4">
              <a:extLst>
                <a:ext uri="{FF2B5EF4-FFF2-40B4-BE49-F238E27FC236}">
                  <a16:creationId xmlns:a16="http://schemas.microsoft.com/office/drawing/2014/main" id="{A7F3C662-A41B-738F-04F9-84A276B04611}"/>
                </a:ext>
              </a:extLst>
            </p:cNvPr>
            <p:cNvSpPr/>
            <p:nvPr/>
          </p:nvSpPr>
          <p:spPr>
            <a:xfrm>
              <a:off x="7068589" y="159176"/>
              <a:ext cx="231225" cy="231225"/>
            </a:xfrm>
            <a:prstGeom prst="mathMultiply">
              <a:avLst>
                <a:gd name="adj1" fmla="val 258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01ACAB-9B67-9DE0-2716-FF049C27FCA3}"/>
                </a:ext>
              </a:extLst>
            </p:cNvPr>
            <p:cNvSpPr txBox="1"/>
            <p:nvPr/>
          </p:nvSpPr>
          <p:spPr>
            <a:xfrm>
              <a:off x="2048978" y="147485"/>
              <a:ext cx="6030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About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13D4672-F70C-B890-8593-69CA545AE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36"/>
            <a:stretch>
              <a:fillRect/>
            </a:stretch>
          </p:blipFill>
          <p:spPr>
            <a:xfrm>
              <a:off x="1744051" y="1066777"/>
              <a:ext cx="3737062" cy="553115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FA90DB-66BD-9B11-CF03-C65198B2BB93}"/>
                </a:ext>
              </a:extLst>
            </p:cNvPr>
            <p:cNvSpPr txBox="1"/>
            <p:nvPr/>
          </p:nvSpPr>
          <p:spPr>
            <a:xfrm>
              <a:off x="2924366" y="983046"/>
              <a:ext cx="27627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A free, open-source autounattend generator for Windows 11 Installation.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3355C1-0D4E-D256-8863-697E92F2E766}"/>
                </a:ext>
              </a:extLst>
            </p:cNvPr>
            <p:cNvSpPr txBox="1"/>
            <p:nvPr/>
          </p:nvSpPr>
          <p:spPr>
            <a:xfrm>
              <a:off x="4169628" y="1955268"/>
              <a:ext cx="2252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1172005thinh (QuickComp.)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82FBBE-02E0-A4E7-E90E-920958BC4042}"/>
                </a:ext>
              </a:extLst>
            </p:cNvPr>
            <p:cNvSpPr txBox="1"/>
            <p:nvPr/>
          </p:nvSpPr>
          <p:spPr>
            <a:xfrm>
              <a:off x="4169628" y="2230710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Follow me now! 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645772E-C71B-52EC-E401-1879D8A79791}"/>
                </a:ext>
              </a:extLst>
            </p:cNvPr>
            <p:cNvSpPr/>
            <p:nvPr/>
          </p:nvSpPr>
          <p:spPr>
            <a:xfrm>
              <a:off x="6376437" y="6085651"/>
              <a:ext cx="868680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Close</a:t>
              </a:r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AC244C-E336-D8EA-9710-321DA1801E99}"/>
                </a:ext>
              </a:extLst>
            </p:cNvPr>
            <p:cNvSpPr txBox="1"/>
            <p:nvPr/>
          </p:nvSpPr>
          <p:spPr>
            <a:xfrm>
              <a:off x="4169628" y="3532512"/>
              <a:ext cx="21785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Contributors are welcome! Feel free to submit request.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21FFA8-DA68-0CB7-B091-BA95B64C3F78}"/>
                </a:ext>
              </a:extLst>
            </p:cNvPr>
            <p:cNvSpPr txBox="1"/>
            <p:nvPr/>
          </p:nvSpPr>
          <p:spPr>
            <a:xfrm>
              <a:off x="4169628" y="5410941"/>
              <a:ext cx="29345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Free, open-source following MIT License.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45F081-8097-D50A-129A-58976553807A}"/>
                </a:ext>
              </a:extLst>
            </p:cNvPr>
            <p:cNvSpPr txBox="1"/>
            <p:nvPr/>
          </p:nvSpPr>
          <p:spPr>
            <a:xfrm>
              <a:off x="3957960" y="1678269"/>
              <a:ext cx="2130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Original Author:</a:t>
              </a:r>
              <a:endParaRPr lang="vi-VN" sz="1200" b="1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4E168B0-25B3-1B0D-421E-F8D83EB13EAC}"/>
                </a:ext>
              </a:extLst>
            </p:cNvPr>
            <p:cNvCxnSpPr>
              <a:cxnSpLocks/>
            </p:cNvCxnSpPr>
            <p:nvPr/>
          </p:nvCxnSpPr>
          <p:spPr>
            <a:xfrm>
              <a:off x="1736262" y="5959618"/>
              <a:ext cx="564846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6096DC-8AB5-C4B1-87D7-5A015C4F6541}"/>
                </a:ext>
              </a:extLst>
            </p:cNvPr>
            <p:cNvSpPr txBox="1"/>
            <p:nvPr/>
          </p:nvSpPr>
          <p:spPr>
            <a:xfrm>
              <a:off x="2924366" y="686911"/>
              <a:ext cx="22529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QuickWinstall Project</a:t>
              </a:r>
              <a:endParaRPr lang="vi-VN" sz="1600" b="1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3C7E3DB-0494-8CC0-C985-776BD0C1D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1133" y="649800"/>
              <a:ext cx="792810" cy="79244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83C8CF3-9FF0-BD02-2B25-1BD68B939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845" y="188950"/>
              <a:ext cx="209133" cy="20913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9839F5-E1EB-5D06-93FB-B4E2E6CAB50D}"/>
                </a:ext>
              </a:extLst>
            </p:cNvPr>
            <p:cNvSpPr txBox="1"/>
            <p:nvPr/>
          </p:nvSpPr>
          <p:spPr>
            <a:xfrm>
              <a:off x="3957960" y="2982752"/>
              <a:ext cx="2130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Contributors:</a:t>
              </a:r>
              <a:endParaRPr lang="vi-VN" sz="1200" b="1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F7D985F-1875-8481-466D-33AB83ADE2F3}"/>
                </a:ext>
              </a:extLst>
            </p:cNvPr>
            <p:cNvSpPr txBox="1"/>
            <p:nvPr/>
          </p:nvSpPr>
          <p:spPr>
            <a:xfrm>
              <a:off x="3957960" y="3992699"/>
              <a:ext cx="2130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Reference:</a:t>
              </a:r>
              <a:endParaRPr lang="vi-VN" sz="1200" b="1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E48FEC-AFD8-C31B-F61D-3315F669905B}"/>
                </a:ext>
              </a:extLst>
            </p:cNvPr>
            <p:cNvSpPr txBox="1"/>
            <p:nvPr/>
          </p:nvSpPr>
          <p:spPr>
            <a:xfrm>
              <a:off x="3957960" y="5143940"/>
              <a:ext cx="21307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noProof="1">
                  <a:latin typeface="Segoe UI" panose="020B0502040204020203" pitchFamily="34" charset="0"/>
                  <a:cs typeface="Segoe UI" panose="020B0502040204020203" pitchFamily="34" charset="0"/>
                </a:rPr>
                <a:t>License:</a:t>
              </a:r>
              <a:endParaRPr lang="vi-VN" sz="1200" b="1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AA37F0F-2F18-8C2D-AB1C-3AC225B0A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5000"/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4826" y="449781"/>
              <a:ext cx="1233992" cy="123399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5BC45BA-9F54-F949-8F1F-DDA337D74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2165" y="2498244"/>
              <a:ext cx="484508" cy="48450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E38732C-D8BC-3D7C-B153-E9580F223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3644" y="2557548"/>
              <a:ext cx="375253" cy="37525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3D6F280-5A50-A157-8E4A-BD2FF11A5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0411" y="2507709"/>
              <a:ext cx="484508" cy="48450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68395A2-D4D1-B004-572D-557C0746FF53}"/>
                </a:ext>
              </a:extLst>
            </p:cNvPr>
            <p:cNvSpPr txBox="1"/>
            <p:nvPr/>
          </p:nvSpPr>
          <p:spPr>
            <a:xfrm>
              <a:off x="4169628" y="3258082"/>
              <a:ext cx="22525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1172005thinh (QuickComp.)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132076-7C11-16DB-DD90-B930175EA2AA}"/>
                </a:ext>
              </a:extLst>
            </p:cNvPr>
            <p:cNvSpPr txBox="1"/>
            <p:nvPr/>
          </p:nvSpPr>
          <p:spPr>
            <a:xfrm>
              <a:off x="4169628" y="4266938"/>
              <a:ext cx="25082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u="sng" noProof="1">
                  <a:solidFill>
                    <a:schemeClr val="accent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Schneegans Unattend Generator</a:t>
              </a:r>
              <a:endParaRPr lang="vi-VN" sz="1200" i="1" u="sng" noProof="1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595581-97D6-8BDC-0C45-BD312654E4F5}"/>
                </a:ext>
              </a:extLst>
            </p:cNvPr>
            <p:cNvSpPr txBox="1"/>
            <p:nvPr/>
          </p:nvSpPr>
          <p:spPr>
            <a:xfrm>
              <a:off x="4169628" y="4549351"/>
              <a:ext cx="20331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u="sng" noProof="1">
                  <a:solidFill>
                    <a:schemeClr val="accent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Documentation</a:t>
              </a:r>
              <a:endParaRPr lang="vi-VN" sz="1200" i="1" u="sng" noProof="1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B42094-021E-AA0C-CB0C-BAF3A3F2BD4C}"/>
                </a:ext>
              </a:extLst>
            </p:cNvPr>
            <p:cNvSpPr txBox="1"/>
            <p:nvPr/>
          </p:nvSpPr>
          <p:spPr>
            <a:xfrm>
              <a:off x="4169628" y="4815758"/>
              <a:ext cx="24559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i="1" u="sng" noProof="1">
                  <a:solidFill>
                    <a:schemeClr val="accent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Windows Deployment</a:t>
              </a:r>
              <a:endParaRPr lang="vi-VN" sz="1200" i="1" u="sng" noProof="1">
                <a:solidFill>
                  <a:schemeClr val="accent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4E283D-9E81-F9F8-6373-DE96832F4A18}"/>
                </a:ext>
              </a:extLst>
            </p:cNvPr>
            <p:cNvSpPr txBox="1"/>
            <p:nvPr/>
          </p:nvSpPr>
          <p:spPr>
            <a:xfrm>
              <a:off x="1944411" y="6090588"/>
              <a:ext cx="11506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noProof="1">
                  <a:latin typeface="Segoe UI" panose="020B0502040204020203" pitchFamily="34" charset="0"/>
                  <a:cs typeface="Segoe UI" panose="020B0502040204020203" pitchFamily="34" charset="0"/>
                </a:rPr>
                <a:t>Version: v0.9.6</a:t>
              </a:r>
              <a:endParaRPr lang="vi-VN" sz="1200" noProof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184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CA000-B5F6-3A6C-F3E2-D3A253EA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345DB0-56F7-ECF7-EF28-F44EFB7C367C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7D3210-5F7A-7F6D-BC3B-A7FD68C735EA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074931-6263-6ED9-238E-FD5C387F7479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FBBD9B-9EED-A3BD-7379-2FAA8D7C3587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14541A-96B7-2841-8C34-F43BE3F41381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79C310-DF88-C2C3-1B72-7E4853DC9BD0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CD74084-33D6-657A-8439-687A088EE6CA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6C210A-2F55-AA02-24C1-8D4346BC1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41BA49-D830-51F1-CA2D-AD65BD2C72FB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3588D1-22E3-4F34-1612-2E9E448202F8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0FED61-7427-1876-EF32-F5809719661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53B7A8-D08C-78BE-D8CF-F09DBE4B8FB0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B4D15CC-495D-6E8E-46AB-B06C3934B1D8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1C10C0B-C1CD-BAC9-C834-81C1BDF29DD0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F50936-DE1E-0712-29BA-9030779B8ED8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636497-A9B4-C31A-17AE-DBEF9F580FAF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BFA557-AF9F-A0E3-4739-E4CBAA905ACE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2C404B-21AB-B50B-32FB-1C10E9E80804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37663DB-AE4E-7161-1D18-16A838FB97C3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E5D2A39-6950-A18F-5AAA-8AD1CACFD4B0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76DD5E13-2DB3-076E-2D2D-AA03835C0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05A47E8-572A-E611-2BDE-D2AF316795F1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FF52143-08C5-84D1-4A91-C70149315211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5F63A9D7-F679-91D2-0228-9A4D3D2A2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BCF8E412-EB15-9FC2-AFBC-A96BEC7ECD8B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EB1429A9-52FC-739D-C4B8-C36B993E1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512AAEB-DA60-79D1-A9DC-92FF103927CF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CA52E43-E101-6362-24DC-79C4894AEA34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32B7013-78F1-52AC-F2F4-F529FF83933F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88D8F40-8C2C-BEB9-BDFC-12FE09E1C7A6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5CE8EA1-751D-6D36-4F73-E35B87169E0B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AD21BF-C498-434D-C37C-A5E38B9794F8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B84BDFB-F433-C0B3-DAC1-EE4941390FA9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E8CDA7A-D924-6707-49E7-0F663F0CF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B7F34B8-23EB-8770-4AB3-E1CDB19628C0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68368E-5695-9429-483D-260C43DA76C0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93551B-84E8-17D1-D85D-C3E87910842C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3A3ED7-E31B-1FE9-3149-56BF0FE58AF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EA6061E-C8C9-CF32-204D-E7A6131C7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326BE4D-FD83-CD3B-B4C4-37E53F05E2FF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F8F742-A55D-03C6-57E3-EBDC02324B31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5246D3-0C0C-A74B-39CD-CBDC4DF44BAC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F584AC-FD77-9FF5-6C6B-DDD44C9E09B8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C81D7E-482D-E1E4-22ED-CB6BF1E1106D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2D9128-250C-1671-649C-9E6D79BFC32D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4A37B5-3EEA-BD50-75DE-793859C7B226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A13911-6D0D-ADF9-ADAA-914F0DA43249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B5CC98-D88D-DF87-E858-6DFD789D9DFF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FE9CDD-768A-FF5C-A85D-054E98E1EC47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F59852-5A43-FC0F-5D5A-EC9138E0C52A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986A091-9A56-DD60-8CF7-D5D2E0408F6C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DE5B785-030F-EE4A-5B07-E4B9473CE4FE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7B05A2D7-106E-CD33-844B-16C08C9E3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8136381-F171-68D9-A77F-79C3B4E43DC1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549872-76C4-863B-3592-A3198E855859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A13640-2DB3-2B31-F32F-8222811BA880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23D15D3-0209-1283-4C2C-0D197CB4E1C7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ACE7BD-2355-ECF5-1240-35CCC71A71C0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AA2DAC-27FA-65D8-2702-F0E919542F59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200716C-FAEA-64DF-3DE6-1815F852B0EF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6E6A525-B27C-CFF8-9261-1ED236101D0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90D2E6A7-A85C-2502-55E3-532CFA418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698D21C-3686-0226-4077-BEA8C9213CB2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79DAB5FD-BF4D-0123-8FFB-820C95BFD60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89B99D4C-DC93-544A-6A6E-20D3E2DA3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7F34395-8951-8D75-7C2C-7361935EE07A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8D8E9D6E-B5E6-4550-A3B9-AF0CBD59FD9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0ADB683-347A-D045-0BC2-F19B6361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9DF12FF-9D66-6E80-AD4D-835C14D3D9F0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FFC29F4-2295-4AA8-F2CC-3E6162DAA74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28F8DF69-5664-397E-2C98-CB20F22D5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86FF5B6-698A-94C0-71FF-C1DB5EFE0BDE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4ABC2879-A6D1-EF5C-669C-5C9ADBC9EE2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E8108DC2-02B4-1705-A880-6BBC064D8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5AA26C2-60BC-8A33-DDED-2436721F7D54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C41735AC-65E5-26A3-F8F1-2CFF5540968D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DCF28F12-EFD4-2E9F-D26C-5C9C362F5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375F8D7-6E76-1C97-F588-7EFD7780F5AC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09D35D9-07A8-5841-9175-06140EC7F892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EBF148-E238-B975-6F62-854311424FE8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4E17DF-05C3-7704-090D-8DA0EA170FD6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BAFABEC1-A204-A315-ABC5-8A56E35E5D79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BA9AD8-D69A-DA48-95E0-1713F0ED78D6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5CDAAA0-E612-87AE-B9B6-40762E5FC2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5BBF9E9-F1EC-DFAC-EE40-5C277B1F2712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83FA418-EBED-D8D0-1622-8DE8DC1726F2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310064D-BDE8-3286-32CE-0871739E57CD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0C3AA65-7FDD-6BB8-1EFF-82326EA6C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69133EF-BB06-F5CD-DE73-BF5F5057BBF9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DFE7532-6D39-3997-37A7-6C433441A0B0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D8CAFE3-8D4F-F02C-0A1C-6BAFD4A5592E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5677739-CFD5-B568-8C63-EAE92E2DC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B305B31-036F-2EA3-AAFD-960369F62D9F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E291B2B-12C3-CC35-BB2A-05297D90A872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D:\Users\OEM\Documents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FF68DC4-BDA3-06A3-30C4-69CE680419ED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7CFC42B-F1F8-B5FD-1E87-035CA4A01145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500FDEB2-E90F-A0E6-FC7F-5843D7253683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804ED64F-ABF6-D941-51E7-D844971D2355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8A5167-1340-443D-507D-2472B9CA59CA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9EAD00-8E89-8961-B7C6-737EBB2FA794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7F426B-7D76-2AB2-13FC-645A9631910D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FA5C183-04CD-B4C1-9DF9-EFE886735AAF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44FD6446-D9F5-0F54-227C-4FFAA12772A2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4797534-EA94-0637-FD27-02FC063A0706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610A5313-1300-7284-501B-BEE3CBDD6D7D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3E48134B-9B6F-704D-FF82-D2D22C578500}"/>
                </a:ext>
              </a:extLst>
            </p:cNvPr>
            <p:cNvSpPr/>
            <p:nvPr/>
          </p:nvSpPr>
          <p:spPr>
            <a:xfrm>
              <a:off x="4200496" y="371713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A6C02B5-ECAD-B8B6-127E-28E91F8B99F8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B4599D27-EDB6-B81E-12CC-F6517260EF46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D5E4B62-70AC-1E8C-2A2B-5081F078E9BE}"/>
                </a:ext>
              </a:extLst>
            </p:cNvPr>
            <p:cNvSpPr/>
            <p:nvPr/>
          </p:nvSpPr>
          <p:spPr>
            <a:xfrm>
              <a:off x="3956705" y="3717645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A640476B-8322-5DDA-1410-22EF2AAB805F}"/>
              </a:ext>
            </a:extLst>
          </p:cNvPr>
          <p:cNvSpPr txBox="1"/>
          <p:nvPr/>
        </p:nvSpPr>
        <p:spPr>
          <a:xfrm>
            <a:off x="4572834" y="3690373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5D7A598-7415-BCAA-14A9-5F9B667309D4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8CCFEB84-5B7F-45BE-7E73-FC6120B716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4739D829-A519-E716-535C-C11E491E2C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02589F5-44BE-5BC4-FA60-BBF005D28627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632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F3FF1-E447-DFBB-D1A2-A5B4EF83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D3222C-75EB-82BE-B302-AB3A8DC21599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B58E2-900D-6A18-240C-6534D273EF94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4ACE6-8BEF-7762-7D6F-BF36C9539818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18E778-F94A-EA78-7732-E327D1FD1931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465C60-65C8-55A8-A798-1EF114B8EF1D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4CD78F-76DF-F5EE-F0E5-C5C2939C1EB8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A4669D97-51A5-10BB-16B2-04B64E96CE4F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C357CD-8DA2-C78B-7DCA-1A832E543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25E6C60-135F-9E4B-8F1C-D2D37CAF792A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F454BE-685F-7D64-62AE-70FD17FF54EC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75D42D5-27C4-6A54-2C21-E4922717E005}"/>
              </a:ext>
            </a:extLst>
          </p:cNvPr>
          <p:cNvSpPr txBox="1"/>
          <p:nvPr/>
        </p:nvSpPr>
        <p:spPr>
          <a:xfrm>
            <a:off x="258122" y="6366164"/>
            <a:ext cx="631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Status: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783C107-2B7E-8257-2E8C-E52992310C9E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7F68BD9-17BD-50CA-E8E1-BC9CA571AE0C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FD377F-8771-8F06-7D49-62F731CF2365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4E9A0C-7072-CA2E-F3AD-C8B8F4522829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Clear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0F29BD-A465-B72C-4F22-66BF40404666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A4AC572-8AFE-B835-ED6D-EA6B6254C82B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958661E-7F1A-C244-D7D2-5251A8FC5313}"/>
              </a:ext>
            </a:extLst>
          </p:cNvPr>
          <p:cNvSpPr txBox="1"/>
          <p:nvPr/>
        </p:nvSpPr>
        <p:spPr>
          <a:xfrm>
            <a:off x="1023120" y="1289917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General Configuration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110BCC0-CC21-A87F-C4D3-6B1E7690E411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CD8AEA2-BB33-954F-A5F2-5C6D85C9C93C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838E6E41-38FD-3C7E-2A14-F2DD6AEE6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A6E8284-726E-323B-D372-C1E56690E347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193EAA3-A5BB-F9A9-5EE6-A18E46FDC8B3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E606070-FD09-81A3-C85C-AB52E9D2C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9F2CBB3-A153-5F49-48EC-1BFD4DFE8316}"/>
              </a:ext>
            </a:extLst>
          </p:cNvPr>
          <p:cNvSpPr txBox="1"/>
          <p:nvPr/>
        </p:nvSpPr>
        <p:spPr>
          <a:xfrm>
            <a:off x="1023120" y="659589"/>
            <a:ext cx="367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Autounattend Windows Installation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F3945E44-5C1B-4BAE-C2A6-BEE79B90C3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2788387-A161-3BFD-0D8A-ABF2A13C881E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3A3635E-4F1E-4E38-0214-63B5EBDBDCEF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517B882-84B5-E253-0927-9671EE5DF23A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A03BC00A-C771-CC1D-C24F-3C680E4F51EF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8993CFE6-6BC0-C4A3-EB94-5F6C548861C7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FD82DE8-BAEB-3728-7F94-2674895A7179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C20A1A3-8717-C8C7-FA24-7FD7E71110BD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33C4E1-B4B4-6EEC-D86D-B2DAD8B2B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4CC538E-85DD-204D-E292-4C06E26E09AA}"/>
              </a:ext>
            </a:extLst>
          </p:cNvPr>
          <p:cNvSpPr txBox="1"/>
          <p:nvPr/>
        </p:nvSpPr>
        <p:spPr>
          <a:xfrm>
            <a:off x="1028248" y="1775655"/>
            <a:ext cx="13580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Windows Edition: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2E2A17-CB08-3B66-E7D7-CDDD7F1245DA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FD7F84-2896-B820-7F1D-958823F6958B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8B33079-C876-3A20-60B8-3859FD9F6878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7AD3D44-C969-2142-2488-39CA573EE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0EA6923-3661-2BFD-1C43-A82CF0F29460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C3F1EDE-CFB4-9C9A-A87A-6F60132A6A7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5EB6A3-80A9-2E19-252F-B6CEDFAF303D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1A9A4A-3F69-7E9F-926A-F35645A7500D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DD8E8A-24C3-114E-701F-47373AA5C49C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8093B5-8B8C-C8DF-DE25-F483302146DB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CEA9C8-0219-6A08-3274-294BF99861DD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4AD2C1-3CE3-0B64-C3FF-6D72EC195919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564AD2-75BF-F874-5BB7-E7A16EAB9DA4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FEC302E-3C08-ECD1-8284-494A3CAE1AFC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409BEF-CE09-B692-37C9-7CE5E279AAC6}"/>
              </a:ext>
            </a:extLst>
          </p:cNvPr>
          <p:cNvSpPr txBox="1"/>
          <p:nvPr/>
        </p:nvSpPr>
        <p:spPr>
          <a:xfrm>
            <a:off x="1028248" y="2599305"/>
            <a:ext cx="1416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CPU Architecture: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E44D757-D6AF-0596-A812-D96F3C09DCEA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F6BE2B0-D63C-4005-2E9A-81618CB6B74C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E3B3A9D-E172-5DBF-A62E-CFC17F7FE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7A0B8E5-E896-1E27-BAD7-2600F5801CD2}"/>
              </a:ext>
            </a:extLst>
          </p:cNvPr>
          <p:cNvSpPr txBox="1"/>
          <p:nvPr/>
        </p:nvSpPr>
        <p:spPr>
          <a:xfrm>
            <a:off x="1023120" y="3259035"/>
            <a:ext cx="2659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Language &amp; Region Configuration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29EACA-3DA9-4411-C72A-DE58A83742A3}"/>
              </a:ext>
            </a:extLst>
          </p:cNvPr>
          <p:cNvSpPr txBox="1"/>
          <p:nvPr/>
        </p:nvSpPr>
        <p:spPr>
          <a:xfrm>
            <a:off x="1023120" y="3692246"/>
            <a:ext cx="290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Bypass Windows 11 Hardware Checks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F503C3-83E2-FB3E-AFB9-B5BEA944D9A1}"/>
              </a:ext>
            </a:extLst>
          </p:cNvPr>
          <p:cNvSpPr txBox="1"/>
          <p:nvPr/>
        </p:nvSpPr>
        <p:spPr>
          <a:xfrm>
            <a:off x="1023120" y="4125694"/>
            <a:ext cx="2527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Disk &amp; Partitions Configuration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5B175D-598A-CE1C-5390-6E93E5388570}"/>
              </a:ext>
            </a:extLst>
          </p:cNvPr>
          <p:cNvSpPr txBox="1"/>
          <p:nvPr/>
        </p:nvSpPr>
        <p:spPr>
          <a:xfrm>
            <a:off x="1023120" y="4558905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User Accounts Configuration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6DFB12-E61C-11BB-6292-4E13D44B9C02}"/>
              </a:ext>
            </a:extLst>
          </p:cNvPr>
          <p:cNvSpPr txBox="1"/>
          <p:nvPr/>
        </p:nvSpPr>
        <p:spPr>
          <a:xfrm>
            <a:off x="1023120" y="4992116"/>
            <a:ext cx="1649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OOBE Configuration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6DE03E-6F06-B775-50C9-1A6350BB9BF0}"/>
              </a:ext>
            </a:extLst>
          </p:cNvPr>
          <p:cNvSpPr txBox="1"/>
          <p:nvPr/>
        </p:nvSpPr>
        <p:spPr>
          <a:xfrm>
            <a:off x="1023120" y="5425327"/>
            <a:ext cx="2051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Personalize Configuration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83DC956-CD65-3486-F76B-557FB01AC1B0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802FEB3-D891-647B-2672-2CE032CFB408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3EA21F3-EC70-44B3-E4C2-5B809BA3F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D3579EA-94AB-717F-A498-5EF028D46BFF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05050134-B985-EA5D-DEC6-90F98C8986F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DA9DFC7-9618-85AF-D173-C2F4AB9C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AAD825-3E5D-5474-6424-FC018F886253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6F888A2-2793-4585-7C2D-FDE8019C568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3AE04F66-2379-9B42-488C-6175BC828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FB2FD39-1961-8B91-CFF5-D28FC401B082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A63475B0-F76E-5E7F-F441-FB74B253836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9809704A-87D9-2EA9-6A69-21E980828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6495907-6751-5863-8C96-6DFAA35583B4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B5924B40-05EB-531A-DCC3-B189DC2FBA1F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830CAEA4-6FCC-89A4-BAF5-DD24B808F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C24597D-E7D6-19B4-337B-4F99F29B0FBE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5C95B418-ADB3-3656-DBA0-46658221A90E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B239EF87-B93C-7E75-1615-C08387660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56F511B-2B27-2E86-DD2E-74EAAAEE180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14DB52BD-24BD-416B-05D9-84B355C4CA67}"/>
              </a:ext>
            </a:extLst>
          </p:cNvPr>
          <p:cNvSpPr txBox="1"/>
          <p:nvPr/>
        </p:nvSpPr>
        <p:spPr>
          <a:xfrm>
            <a:off x="1019239" y="6366406"/>
            <a:ext cx="1905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 all cleared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8F57ED-9DF5-8FE4-D712-7FC5CE64A2DA}"/>
              </a:ext>
            </a:extLst>
          </p:cNvPr>
          <p:cNvSpPr/>
          <p:nvPr/>
        </p:nvSpPr>
        <p:spPr>
          <a:xfrm>
            <a:off x="1741919" y="1587665"/>
            <a:ext cx="5660162" cy="3782866"/>
          </a:xfrm>
          <a:prstGeom prst="roundRect">
            <a:avLst>
              <a:gd name="adj" fmla="val 2771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C2AC38-7F52-D679-39EA-F3E86E56D5F4}"/>
              </a:ext>
            </a:extLst>
          </p:cNvPr>
          <p:cNvCxnSpPr>
            <a:cxnSpLocks/>
          </p:cNvCxnSpPr>
          <p:nvPr/>
        </p:nvCxnSpPr>
        <p:spPr>
          <a:xfrm flipV="1">
            <a:off x="1736262" y="1865802"/>
            <a:ext cx="5663686" cy="208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E5DF2B00-BBFE-0ABD-1D64-CAB1A30E7248}"/>
              </a:ext>
            </a:extLst>
          </p:cNvPr>
          <p:cNvSpPr/>
          <p:nvPr/>
        </p:nvSpPr>
        <p:spPr>
          <a:xfrm>
            <a:off x="7068589" y="1607071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D55D71-E305-2883-ACEE-761EC20CC3C3}"/>
              </a:ext>
            </a:extLst>
          </p:cNvPr>
          <p:cNvSpPr txBox="1"/>
          <p:nvPr/>
        </p:nvSpPr>
        <p:spPr>
          <a:xfrm>
            <a:off x="2048978" y="15953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D45D031-4D52-5A8F-85B0-B5B9D5838B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45" y="1636786"/>
            <a:ext cx="209133" cy="20913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58B3D24E-1A5D-B02F-3FB8-988CEA09D909}"/>
              </a:ext>
            </a:extLst>
          </p:cNvPr>
          <p:cNvSpPr txBox="1"/>
          <p:nvPr/>
        </p:nvSpPr>
        <p:spPr>
          <a:xfrm>
            <a:off x="1886510" y="2425838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Language: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A05C0F4-2257-64EA-39B0-22A037359CAB}"/>
              </a:ext>
            </a:extLst>
          </p:cNvPr>
          <p:cNvGrpSpPr/>
          <p:nvPr/>
        </p:nvGrpSpPr>
        <p:grpSpPr>
          <a:xfrm>
            <a:off x="3923849" y="2440882"/>
            <a:ext cx="3307531" cy="276999"/>
            <a:chOff x="3779608" y="1775654"/>
            <a:chExt cx="3269713" cy="276999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9672C72-A7BB-CB3A-5EAC-182D94BAD606}"/>
                </a:ext>
              </a:extLst>
            </p:cNvPr>
            <p:cNvSpPr/>
            <p:nvPr/>
          </p:nvSpPr>
          <p:spPr>
            <a:xfrm>
              <a:off x="3779608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Tiếng Việt</a:t>
              </a:r>
            </a:p>
          </p:txBody>
        </p: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F0350A51-A998-EBF5-6BC2-04A7320FE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F5EC496D-7EE4-101C-66EE-4C3E5C6BB667}"/>
              </a:ext>
            </a:extLst>
          </p:cNvPr>
          <p:cNvSpPr txBox="1"/>
          <p:nvPr/>
        </p:nvSpPr>
        <p:spPr>
          <a:xfrm>
            <a:off x="1886510" y="2844277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Theme: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3958497-8DA1-91E4-F53C-E40A8E579999}"/>
              </a:ext>
            </a:extLst>
          </p:cNvPr>
          <p:cNvGrpSpPr/>
          <p:nvPr/>
        </p:nvGrpSpPr>
        <p:grpSpPr>
          <a:xfrm>
            <a:off x="3923852" y="2859321"/>
            <a:ext cx="3307532" cy="276999"/>
            <a:chOff x="3779609" y="1775654"/>
            <a:chExt cx="3269713" cy="276999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B1B5325-2DEB-EFF6-A275-7E9302ED8D4F}"/>
                </a:ext>
              </a:extLst>
            </p:cNvPr>
            <p:cNvSpPr/>
            <p:nvPr/>
          </p:nvSpPr>
          <p:spPr>
            <a:xfrm>
              <a:off x="3779609" y="1775654"/>
              <a:ext cx="3269713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Light</a:t>
              </a:r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1FC9CEC-69F6-F8C3-81E1-51A296004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5721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7831731-49AB-E078-F124-AF801B2DD181}"/>
              </a:ext>
            </a:extLst>
          </p:cNvPr>
          <p:cNvSpPr txBox="1"/>
          <p:nvPr/>
        </p:nvSpPr>
        <p:spPr>
          <a:xfrm>
            <a:off x="1886510" y="3277607"/>
            <a:ext cx="1215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XML Save Path: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1B4E114-438E-1202-A5A9-36E1CC2FDB78}"/>
              </a:ext>
            </a:extLst>
          </p:cNvPr>
          <p:cNvSpPr/>
          <p:nvPr/>
        </p:nvSpPr>
        <p:spPr>
          <a:xfrm>
            <a:off x="3923850" y="3292651"/>
            <a:ext cx="28735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D:\Users\OEM\Documents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C3F32417-80F3-F732-78F9-0E29D38B4DD8}"/>
              </a:ext>
            </a:extLst>
          </p:cNvPr>
          <p:cNvSpPr/>
          <p:nvPr/>
        </p:nvSpPr>
        <p:spPr>
          <a:xfrm>
            <a:off x="5372289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Save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A320DDFE-F6D3-E077-B630-AA2437098CF0}"/>
              </a:ext>
            </a:extLst>
          </p:cNvPr>
          <p:cNvSpPr/>
          <p:nvPr/>
        </p:nvSpPr>
        <p:spPr>
          <a:xfrm>
            <a:off x="6376437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Cancel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221EFF2-A86A-501A-BD74-6A76E69A1C9A}"/>
              </a:ext>
            </a:extLst>
          </p:cNvPr>
          <p:cNvSpPr/>
          <p:nvPr/>
        </p:nvSpPr>
        <p:spPr>
          <a:xfrm>
            <a:off x="1886510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4943CA82-4AA4-DBF3-6A76-3ECF9527BA92}"/>
              </a:ext>
            </a:extLst>
          </p:cNvPr>
          <p:cNvSpPr/>
          <p:nvPr/>
        </p:nvSpPr>
        <p:spPr>
          <a:xfrm>
            <a:off x="2890658" y="4940896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6071A9E-303C-41D0-9CBA-D3A517B4D159}"/>
              </a:ext>
            </a:extLst>
          </p:cNvPr>
          <p:cNvSpPr txBox="1"/>
          <p:nvPr/>
        </p:nvSpPr>
        <p:spPr>
          <a:xfrm>
            <a:off x="1886510" y="3683034"/>
            <a:ext cx="9006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Auto Save: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D0C59A-9E18-53C0-EDF5-D0130E8F7680}"/>
              </a:ext>
            </a:extLst>
          </p:cNvPr>
          <p:cNvSpPr txBox="1"/>
          <p:nvPr/>
        </p:nvSpPr>
        <p:spPr>
          <a:xfrm>
            <a:off x="1886510" y="4104849"/>
            <a:ext cx="1952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Load last saved at startup: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3946BDC-922C-B733-0883-460FD85E8DEC}"/>
              </a:ext>
            </a:extLst>
          </p:cNvPr>
          <p:cNvSpPr txBox="1"/>
          <p:nvPr/>
        </p:nvSpPr>
        <p:spPr>
          <a:xfrm>
            <a:off x="1886510" y="2007399"/>
            <a:ext cx="3429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Application Settings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02B8DB6-A56C-8AA5-CFB4-951452631D79}"/>
              </a:ext>
            </a:extLst>
          </p:cNvPr>
          <p:cNvSpPr/>
          <p:nvPr/>
        </p:nvSpPr>
        <p:spPr>
          <a:xfrm>
            <a:off x="6959411" y="2002984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D701E5D-0878-7554-D276-5A4CECE088B3}"/>
              </a:ext>
            </a:extLst>
          </p:cNvPr>
          <p:cNvSpPr/>
          <p:nvPr/>
        </p:nvSpPr>
        <p:spPr>
          <a:xfrm>
            <a:off x="6959411" y="3272670"/>
            <a:ext cx="280676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F675D5A-A527-D61F-903C-56166E255D05}"/>
              </a:ext>
            </a:extLst>
          </p:cNvPr>
          <p:cNvGrpSpPr/>
          <p:nvPr/>
        </p:nvGrpSpPr>
        <p:grpSpPr>
          <a:xfrm>
            <a:off x="3919976" y="3692245"/>
            <a:ext cx="535343" cy="276999"/>
            <a:chOff x="3919976" y="3692245"/>
            <a:chExt cx="535343" cy="276999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CD9EA00B-E5EF-3D4E-7260-7BA8FF790166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62C3013-B4B9-196D-074A-4316A62EC44E}"/>
                </a:ext>
              </a:extLst>
            </p:cNvPr>
            <p:cNvSpPr/>
            <p:nvPr/>
          </p:nvSpPr>
          <p:spPr>
            <a:xfrm>
              <a:off x="4200496" y="3717136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2236C29-2C44-79A5-CA12-DB74B34A6A75}"/>
              </a:ext>
            </a:extLst>
          </p:cNvPr>
          <p:cNvGrpSpPr/>
          <p:nvPr/>
        </p:nvGrpSpPr>
        <p:grpSpPr>
          <a:xfrm>
            <a:off x="3919976" y="4125457"/>
            <a:ext cx="535343" cy="276999"/>
            <a:chOff x="3919976" y="3692245"/>
            <a:chExt cx="535343" cy="276999"/>
          </a:xfrm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EB06B8DB-FB94-7B9F-011F-9D20AB19C2C0}"/>
                </a:ext>
              </a:extLst>
            </p:cNvPr>
            <p:cNvSpPr/>
            <p:nvPr/>
          </p:nvSpPr>
          <p:spPr>
            <a:xfrm>
              <a:off x="3919976" y="3692245"/>
              <a:ext cx="535343" cy="276999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C024D5E8-0F9B-18CA-B796-819DA7606AA0}"/>
                </a:ext>
              </a:extLst>
            </p:cNvPr>
            <p:cNvSpPr/>
            <p:nvPr/>
          </p:nvSpPr>
          <p:spPr>
            <a:xfrm>
              <a:off x="3956705" y="3717645"/>
              <a:ext cx="223472" cy="2234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3A9C025D-BA59-4820-D89E-1CC241D8A5A9}"/>
              </a:ext>
            </a:extLst>
          </p:cNvPr>
          <p:cNvSpPr txBox="1"/>
          <p:nvPr/>
        </p:nvSpPr>
        <p:spPr>
          <a:xfrm>
            <a:off x="4572834" y="3690373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7C5E7EA-4CD4-3677-EB3A-A641449EF335}"/>
              </a:ext>
            </a:extLst>
          </p:cNvPr>
          <p:cNvSpPr txBox="1"/>
          <p:nvPr/>
        </p:nvSpPr>
        <p:spPr>
          <a:xfrm>
            <a:off x="4555201" y="4125694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OFF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B4962256-25A0-83DA-58AD-4927F88D9C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180" y="3325872"/>
            <a:ext cx="197137" cy="197137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7D5C0D04-B279-FD1C-37C8-64AAFBD831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936" y="2035587"/>
            <a:ext cx="228014" cy="228014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9080267-FCCF-E3DB-EF50-E16E3AC79D40}"/>
              </a:ext>
            </a:extLst>
          </p:cNvPr>
          <p:cNvCxnSpPr>
            <a:cxnSpLocks/>
          </p:cNvCxnSpPr>
          <p:nvPr/>
        </p:nvCxnSpPr>
        <p:spPr>
          <a:xfrm>
            <a:off x="1751480" y="4781285"/>
            <a:ext cx="56484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51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31A0-57E1-8A8F-B8BE-4AF41233B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896E33-BCB3-7DAA-3B30-C6176763C499}"/>
              </a:ext>
            </a:extLst>
          </p:cNvPr>
          <p:cNvSpPr/>
          <p:nvPr/>
        </p:nvSpPr>
        <p:spPr>
          <a:xfrm>
            <a:off x="246888" y="214884"/>
            <a:ext cx="8650224" cy="6428232"/>
          </a:xfrm>
          <a:prstGeom prst="roundRect">
            <a:avLst>
              <a:gd name="adj" fmla="val 1476"/>
            </a:avLst>
          </a:prstGeom>
          <a:solidFill>
            <a:srgbClr val="E1E1E1"/>
          </a:solidFill>
          <a:ln>
            <a:solidFill>
              <a:schemeClr val="tx1"/>
            </a:solidFill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171368-A44B-59C6-6B5B-D4233F4B83EF}"/>
              </a:ext>
            </a:extLst>
          </p:cNvPr>
          <p:cNvCxnSpPr/>
          <p:nvPr/>
        </p:nvCxnSpPr>
        <p:spPr>
          <a:xfrm>
            <a:off x="246888" y="491978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7A2D79-51C3-2F95-390D-13045754B227}"/>
              </a:ext>
            </a:extLst>
          </p:cNvPr>
          <p:cNvCxnSpPr>
            <a:cxnSpLocks/>
          </p:cNvCxnSpPr>
          <p:nvPr/>
        </p:nvCxnSpPr>
        <p:spPr>
          <a:xfrm>
            <a:off x="7701343" y="362098"/>
            <a:ext cx="1829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68EC99-0073-E611-ECF3-981565BB9442}"/>
              </a:ext>
            </a:extLst>
          </p:cNvPr>
          <p:cNvGrpSpPr/>
          <p:nvPr/>
        </p:nvGrpSpPr>
        <p:grpSpPr>
          <a:xfrm>
            <a:off x="8186745" y="281804"/>
            <a:ext cx="140874" cy="143254"/>
            <a:chOff x="8148258" y="305348"/>
            <a:chExt cx="140874" cy="143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FC85F4-4D2D-9DB0-2BD2-47CC80EF2F54}"/>
                </a:ext>
              </a:extLst>
            </p:cNvPr>
            <p:cNvSpPr/>
            <p:nvPr/>
          </p:nvSpPr>
          <p:spPr>
            <a:xfrm>
              <a:off x="8179215" y="305348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2C37C3-9D6D-5C3E-4EC9-E595435AA93B}"/>
                </a:ext>
              </a:extLst>
            </p:cNvPr>
            <p:cNvSpPr/>
            <p:nvPr/>
          </p:nvSpPr>
          <p:spPr>
            <a:xfrm>
              <a:off x="8148258" y="338685"/>
              <a:ext cx="109917" cy="109917"/>
            </a:xfrm>
            <a:prstGeom prst="rect">
              <a:avLst/>
            </a:prstGeom>
            <a:solidFill>
              <a:srgbClr val="E1E1E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8A48F075-F7FB-ADA4-B67E-6D0CD8611BAF}"/>
              </a:ext>
            </a:extLst>
          </p:cNvPr>
          <p:cNvSpPr/>
          <p:nvPr/>
        </p:nvSpPr>
        <p:spPr>
          <a:xfrm>
            <a:off x="8565753" y="234580"/>
            <a:ext cx="231225" cy="231225"/>
          </a:xfrm>
          <a:prstGeom prst="mathMultiply">
            <a:avLst>
              <a:gd name="adj1" fmla="val 25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9B93E3-B466-6AF6-4C6A-0FF989890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2" y="273992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641A6A-2925-1143-AE6A-B6565CDCEDF2}"/>
              </a:ext>
            </a:extLst>
          </p:cNvPr>
          <p:cNvSpPr txBox="1"/>
          <p:nvPr/>
        </p:nvSpPr>
        <p:spPr>
          <a:xfrm>
            <a:off x="530379" y="214884"/>
            <a:ext cx="110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QuickWinstall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7BAFA41-81C6-649E-0C52-31E8A4A6B46E}"/>
              </a:ext>
            </a:extLst>
          </p:cNvPr>
          <p:cNvCxnSpPr/>
          <p:nvPr/>
        </p:nvCxnSpPr>
        <p:spPr>
          <a:xfrm>
            <a:off x="246888" y="6368843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A4D997-4A3B-9B6C-6DC9-1AA9A55F107F}"/>
              </a:ext>
            </a:extLst>
          </p:cNvPr>
          <p:cNvSpPr txBox="1"/>
          <p:nvPr/>
        </p:nvSpPr>
        <p:spPr>
          <a:xfrm>
            <a:off x="258122" y="6366164"/>
            <a:ext cx="891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latin typeface="Segoe UI" panose="020B0502040204020203" pitchFamily="34" charset="0"/>
                <a:cs typeface="Segoe UI" panose="020B0502040204020203" pitchFamily="34" charset="0"/>
              </a:rPr>
              <a:t>Trạng thái</a:t>
            </a:r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1B7E93-0595-FAA6-1393-1A2D58415779}"/>
              </a:ext>
            </a:extLst>
          </p:cNvPr>
          <p:cNvSpPr/>
          <p:nvPr/>
        </p:nvSpPr>
        <p:spPr>
          <a:xfrm>
            <a:off x="6889131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Tạo file</a:t>
            </a:r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4C0FCF-1D6C-DEC6-5415-D145A07A3DB5}"/>
              </a:ext>
            </a:extLst>
          </p:cNvPr>
          <p:cNvSpPr/>
          <p:nvPr/>
        </p:nvSpPr>
        <p:spPr>
          <a:xfrm>
            <a:off x="7893279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Hủy</a:t>
            </a:r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1B1035-A411-8579-4FE0-647E50C0A701}"/>
              </a:ext>
            </a:extLst>
          </p:cNvPr>
          <p:cNvSpPr/>
          <p:nvPr/>
        </p:nvSpPr>
        <p:spPr>
          <a:xfrm>
            <a:off x="376906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Cài đặt</a:t>
            </a:r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72CA63C-3E68-F80F-4E79-BDEAA5DF0541}"/>
              </a:ext>
            </a:extLst>
          </p:cNvPr>
          <p:cNvSpPr/>
          <p:nvPr/>
        </p:nvSpPr>
        <p:spPr>
          <a:xfrm>
            <a:off x="1381054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Xóa</a:t>
            </a:r>
            <a:endParaRPr lang="vi-VN" sz="1200" noProof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8A1C4-74C7-59EC-C401-75570222CFE9}"/>
              </a:ext>
            </a:extLst>
          </p:cNvPr>
          <p:cNvSpPr/>
          <p:nvPr/>
        </p:nvSpPr>
        <p:spPr>
          <a:xfrm>
            <a:off x="2385202" y="5953603"/>
            <a:ext cx="868680" cy="281936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Preset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BB6697-1183-F23C-CF45-0407BBE7CE37}"/>
              </a:ext>
            </a:extLst>
          </p:cNvPr>
          <p:cNvCxnSpPr/>
          <p:nvPr/>
        </p:nvCxnSpPr>
        <p:spPr>
          <a:xfrm>
            <a:off x="246888" y="5797390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91FDB67-72B8-E548-FB82-A357E51C5F8E}"/>
              </a:ext>
            </a:extLst>
          </p:cNvPr>
          <p:cNvSpPr txBox="1"/>
          <p:nvPr/>
        </p:nvSpPr>
        <p:spPr>
          <a:xfrm>
            <a:off x="1023120" y="1289917"/>
            <a:ext cx="1332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Chung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DB9A58C-2E05-1650-7D22-6E41D4215074}"/>
              </a:ext>
            </a:extLst>
          </p:cNvPr>
          <p:cNvGrpSpPr/>
          <p:nvPr/>
        </p:nvGrpSpPr>
        <p:grpSpPr>
          <a:xfrm>
            <a:off x="8046407" y="685159"/>
            <a:ext cx="280676" cy="281936"/>
            <a:chOff x="8104499" y="592236"/>
            <a:chExt cx="280676" cy="28193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A51DEA1-991C-81C0-03AD-7A9F2C96C8EB}"/>
                </a:ext>
              </a:extLst>
            </p:cNvPr>
            <p:cNvSpPr/>
            <p:nvPr/>
          </p:nvSpPr>
          <p:spPr>
            <a:xfrm>
              <a:off x="8104499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DF428A8B-946F-E0FF-F81F-20F03C664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503" y="661573"/>
              <a:ext cx="152400" cy="152400"/>
            </a:xfrm>
            <a:prstGeom prst="rect">
              <a:avLst/>
            </a:prstGeom>
          </p:spPr>
        </p:pic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F7E7D80-EA47-BE5F-3C77-719C49EFF326}"/>
              </a:ext>
            </a:extLst>
          </p:cNvPr>
          <p:cNvGrpSpPr/>
          <p:nvPr/>
        </p:nvGrpSpPr>
        <p:grpSpPr>
          <a:xfrm>
            <a:off x="8476705" y="685159"/>
            <a:ext cx="280676" cy="281936"/>
            <a:chOff x="8516302" y="592236"/>
            <a:chExt cx="280676" cy="28193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16A51F3-C4FF-BB3C-4341-11760568F50F}"/>
                </a:ext>
              </a:extLst>
            </p:cNvPr>
            <p:cNvSpPr/>
            <p:nvPr/>
          </p:nvSpPr>
          <p:spPr>
            <a:xfrm>
              <a:off x="8516302" y="592236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FE7E7EC-E723-3D7F-C9E4-29549E09D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440" y="661573"/>
              <a:ext cx="152400" cy="1524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DBCC3691-767F-5DA2-5307-8FE8E60D1D24}"/>
              </a:ext>
            </a:extLst>
          </p:cNvPr>
          <p:cNvSpPr txBox="1"/>
          <p:nvPr/>
        </p:nvSpPr>
        <p:spPr>
          <a:xfrm>
            <a:off x="1023120" y="659589"/>
            <a:ext cx="3151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noProof="1">
                <a:latin typeface="Segoe UI" panose="020B0502040204020203" pitchFamily="34" charset="0"/>
                <a:cs typeface="Segoe UI" panose="020B0502040204020203" pitchFamily="34" charset="0"/>
              </a:rPr>
              <a:t>Tự động hóa Cài đặt Windows</a:t>
            </a:r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CA2A9759-762E-E50E-4428-B477ECC6A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78" y="659589"/>
            <a:ext cx="373164" cy="373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1707A8-1B21-B05F-2583-372D0B611094}"/>
              </a:ext>
            </a:extLst>
          </p:cNvPr>
          <p:cNvGrpSpPr/>
          <p:nvPr/>
        </p:nvGrpSpPr>
        <p:grpSpPr>
          <a:xfrm>
            <a:off x="8757381" y="1150805"/>
            <a:ext cx="118784" cy="4645245"/>
            <a:chOff x="8757381" y="1150805"/>
            <a:chExt cx="118784" cy="464524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8F00823-7E72-10E8-6385-30001476DCB8}"/>
                </a:ext>
              </a:extLst>
            </p:cNvPr>
            <p:cNvSpPr/>
            <p:nvPr/>
          </p:nvSpPr>
          <p:spPr>
            <a:xfrm>
              <a:off x="8757381" y="1150805"/>
              <a:ext cx="118784" cy="46452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3C35B84-E28F-C779-9F7C-5EE3DDBF0405}"/>
                </a:ext>
              </a:extLst>
            </p:cNvPr>
            <p:cNvSpPr/>
            <p:nvPr/>
          </p:nvSpPr>
          <p:spPr>
            <a:xfrm>
              <a:off x="8787766" y="1281101"/>
              <a:ext cx="65915" cy="3212318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AC88440-4A26-8911-F1E6-EAF8A6A4C8F9}"/>
                </a:ext>
              </a:extLst>
            </p:cNvPr>
            <p:cNvSpPr/>
            <p:nvPr/>
          </p:nvSpPr>
          <p:spPr>
            <a:xfrm>
              <a:off x="8787765" y="1181455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08EA618D-E0B7-1460-4271-53C8DD42FD9F}"/>
                </a:ext>
              </a:extLst>
            </p:cNvPr>
            <p:cNvSpPr/>
            <p:nvPr/>
          </p:nvSpPr>
          <p:spPr>
            <a:xfrm rot="10800000">
              <a:off x="8787765" y="5702326"/>
              <a:ext cx="65916" cy="5682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noProof="1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608DD0-9C39-79A1-AA84-DF8AAFFE56D9}"/>
              </a:ext>
            </a:extLst>
          </p:cNvPr>
          <p:cNvGrpSpPr/>
          <p:nvPr/>
        </p:nvGrpSpPr>
        <p:grpSpPr>
          <a:xfrm>
            <a:off x="609222" y="1289917"/>
            <a:ext cx="280676" cy="281936"/>
            <a:chOff x="609222" y="1289917"/>
            <a:chExt cx="280676" cy="28193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47B3D87A-0D47-1A31-8EB7-4E91DEF216F9}"/>
                </a:ext>
              </a:extLst>
            </p:cNvPr>
            <p:cNvSpPr/>
            <p:nvPr/>
          </p:nvSpPr>
          <p:spPr>
            <a:xfrm>
              <a:off x="609222" y="1289917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64C39C0-E7D6-0EA6-2EA8-371778D1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360083"/>
              <a:ext cx="152400" cy="152400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6E667D6-4799-4497-EF65-57407230B8E8}"/>
              </a:ext>
            </a:extLst>
          </p:cNvPr>
          <p:cNvSpPr txBox="1"/>
          <p:nvPr/>
        </p:nvSpPr>
        <p:spPr>
          <a:xfrm>
            <a:off x="1028248" y="1775655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Phiên bản Windows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50E9557-AE9A-3A09-8E8F-211226371180}"/>
              </a:ext>
            </a:extLst>
          </p:cNvPr>
          <p:cNvCxnSpPr>
            <a:cxnSpLocks/>
          </p:cNvCxnSpPr>
          <p:nvPr/>
        </p:nvCxnSpPr>
        <p:spPr>
          <a:xfrm>
            <a:off x="609222" y="1686191"/>
            <a:ext cx="78674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541055-76CA-1371-FC16-3D52B547D5DB}"/>
              </a:ext>
            </a:extLst>
          </p:cNvPr>
          <p:cNvGrpSpPr/>
          <p:nvPr/>
        </p:nvGrpSpPr>
        <p:grpSpPr>
          <a:xfrm>
            <a:off x="3445818" y="1775654"/>
            <a:ext cx="4267450" cy="276999"/>
            <a:chOff x="3445818" y="1775654"/>
            <a:chExt cx="4447461" cy="27699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FAEE38C-131A-A9E2-FD4D-47D8DF3C3EE9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Chọn một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B5AE264-C763-A5E0-2F12-D7676B3D8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E72A887-241D-69BF-A8A5-E072E24135D2}"/>
              </a:ext>
            </a:extLst>
          </p:cNvPr>
          <p:cNvSpPr txBox="1"/>
          <p:nvPr/>
        </p:nvSpPr>
        <p:spPr>
          <a:xfrm>
            <a:off x="1028248" y="2185959"/>
            <a:ext cx="1030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Product Key: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3C3B67-022B-6C1D-1C47-7AD178BEF770}"/>
              </a:ext>
            </a:extLst>
          </p:cNvPr>
          <p:cNvSpPr/>
          <p:nvPr/>
        </p:nvSpPr>
        <p:spPr>
          <a:xfrm>
            <a:off x="3445819" y="2185958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06DF46-221D-22A2-BA6B-3531E35C46D2}"/>
              </a:ext>
            </a:extLst>
          </p:cNvPr>
          <p:cNvSpPr txBox="1"/>
          <p:nvPr/>
        </p:nvSpPr>
        <p:spPr>
          <a:xfrm>
            <a:off x="4102894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97D560-A773-AE8B-9225-AA108C914E30}"/>
              </a:ext>
            </a:extLst>
          </p:cNvPr>
          <p:cNvSpPr/>
          <p:nvPr/>
        </p:nvSpPr>
        <p:spPr>
          <a:xfrm>
            <a:off x="434847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B34D09-D752-E06B-9350-5547C7722EB6}"/>
              </a:ext>
            </a:extLst>
          </p:cNvPr>
          <p:cNvSpPr txBox="1"/>
          <p:nvPr/>
        </p:nvSpPr>
        <p:spPr>
          <a:xfrm>
            <a:off x="5005549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F96D6E-6198-30C4-A24C-D6F134AFA969}"/>
              </a:ext>
            </a:extLst>
          </p:cNvPr>
          <p:cNvSpPr/>
          <p:nvPr/>
        </p:nvSpPr>
        <p:spPr>
          <a:xfrm>
            <a:off x="5251129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3050FE-525E-D73D-4D8E-AA6412DCC10B}"/>
              </a:ext>
            </a:extLst>
          </p:cNvPr>
          <p:cNvSpPr txBox="1"/>
          <p:nvPr/>
        </p:nvSpPr>
        <p:spPr>
          <a:xfrm>
            <a:off x="5908286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4D643F-4505-680F-D9BF-FC6B2C484CD8}"/>
              </a:ext>
            </a:extLst>
          </p:cNvPr>
          <p:cNvSpPr/>
          <p:nvPr/>
        </p:nvSpPr>
        <p:spPr>
          <a:xfrm>
            <a:off x="6153784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D22080-F14A-AD08-F486-E0AB6C7B2ADC}"/>
              </a:ext>
            </a:extLst>
          </p:cNvPr>
          <p:cNvSpPr txBox="1"/>
          <p:nvPr/>
        </p:nvSpPr>
        <p:spPr>
          <a:xfrm>
            <a:off x="6810777" y="2185957"/>
            <a:ext cx="245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FD3FE5D-F9BA-8E03-AF7F-DA262E72D23D}"/>
              </a:ext>
            </a:extLst>
          </p:cNvPr>
          <p:cNvSpPr/>
          <p:nvPr/>
        </p:nvSpPr>
        <p:spPr>
          <a:xfrm>
            <a:off x="7056193" y="2185956"/>
            <a:ext cx="65707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noProof="1">
                <a:solidFill>
                  <a:srgbClr val="E1E1E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XXXXX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5B6556-A3CD-7B8B-F1F9-A7FE0CF1CF89}"/>
              </a:ext>
            </a:extLst>
          </p:cNvPr>
          <p:cNvSpPr txBox="1"/>
          <p:nvPr/>
        </p:nvSpPr>
        <p:spPr>
          <a:xfrm>
            <a:off x="1028248" y="2599305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noProof="1">
                <a:latin typeface="Segoe UI" panose="020B0502040204020203" pitchFamily="34" charset="0"/>
                <a:cs typeface="Segoe UI" panose="020B0502040204020203" pitchFamily="34" charset="0"/>
              </a:rPr>
              <a:t>Kiến trúc CPU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C02D6B0-2015-A610-27EF-86D8F20DD3DC}"/>
              </a:ext>
            </a:extLst>
          </p:cNvPr>
          <p:cNvGrpSpPr/>
          <p:nvPr/>
        </p:nvGrpSpPr>
        <p:grpSpPr>
          <a:xfrm>
            <a:off x="3445818" y="2599304"/>
            <a:ext cx="4267450" cy="276999"/>
            <a:chOff x="3445818" y="1775654"/>
            <a:chExt cx="4447461" cy="276999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C36EBFA-8989-57D2-D9E1-C5E7D6426456}"/>
                </a:ext>
              </a:extLst>
            </p:cNvPr>
            <p:cNvSpPr/>
            <p:nvPr/>
          </p:nvSpPr>
          <p:spPr>
            <a:xfrm>
              <a:off x="3445818" y="1775654"/>
              <a:ext cx="4447461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vi-VN" sz="1200" noProof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Chọn một</a:t>
              </a:r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7CE2817A-6F64-1F90-207F-216ECE157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0430" y="1848695"/>
              <a:ext cx="152400" cy="152400"/>
            </a:xfrm>
            <a:prstGeom prst="rect">
              <a:avLst/>
            </a:prstGeom>
          </p:spPr>
        </p:pic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5186FE7-143C-4B39-B905-B9C814EC6EFB}"/>
              </a:ext>
            </a:extLst>
          </p:cNvPr>
          <p:cNvSpPr txBox="1"/>
          <p:nvPr/>
        </p:nvSpPr>
        <p:spPr>
          <a:xfrm>
            <a:off x="1023120" y="3259035"/>
            <a:ext cx="2192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Ngôn ngữ &amp; Vùng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A06A1B-EA23-DE5C-E2DA-471E4DA011F0}"/>
              </a:ext>
            </a:extLst>
          </p:cNvPr>
          <p:cNvSpPr txBox="1"/>
          <p:nvPr/>
        </p:nvSpPr>
        <p:spPr>
          <a:xfrm>
            <a:off x="1023120" y="3692246"/>
            <a:ext cx="3377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Bỏ qua Kiểm tra Phần cứng của Windows 11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DB89A5-07D7-ABD5-FEE9-F8C782963B36}"/>
              </a:ext>
            </a:extLst>
          </p:cNvPr>
          <p:cNvSpPr txBox="1"/>
          <p:nvPr/>
        </p:nvSpPr>
        <p:spPr>
          <a:xfrm>
            <a:off x="1023120" y="4125694"/>
            <a:ext cx="2087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Đĩa &amp; Phân vùng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CDB961-3F74-9D99-955A-D5CA3B5B3FBB}"/>
              </a:ext>
            </a:extLst>
          </p:cNvPr>
          <p:cNvSpPr txBox="1"/>
          <p:nvPr/>
        </p:nvSpPr>
        <p:spPr>
          <a:xfrm>
            <a:off x="1023120" y="4558905"/>
            <a:ext cx="2475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Tài khoản Người dùng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B9A2D8-C3C7-9196-06F4-9FCF44FA38C5}"/>
              </a:ext>
            </a:extLst>
          </p:cNvPr>
          <p:cNvSpPr txBox="1"/>
          <p:nvPr/>
        </p:nvSpPr>
        <p:spPr>
          <a:xfrm>
            <a:off x="1023120" y="4992116"/>
            <a:ext cx="1277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OOBE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A273E1-0B3B-9C76-63B4-9F5D9DEBD29C}"/>
              </a:ext>
            </a:extLst>
          </p:cNvPr>
          <p:cNvSpPr txBox="1"/>
          <p:nvPr/>
        </p:nvSpPr>
        <p:spPr>
          <a:xfrm>
            <a:off x="1023120" y="5425327"/>
            <a:ext cx="1757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200" b="1" noProof="1">
                <a:latin typeface="Segoe UI" panose="020B0502040204020203" pitchFamily="34" charset="0"/>
                <a:cs typeface="Segoe UI" panose="020B0502040204020203" pitchFamily="34" charset="0"/>
              </a:rPr>
              <a:t>Cấu hình Cá nhân hóa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C2DFEC9-FA42-471B-2A75-F528932299D2}"/>
              </a:ext>
            </a:extLst>
          </p:cNvPr>
          <p:cNvGrpSpPr/>
          <p:nvPr/>
        </p:nvGrpSpPr>
        <p:grpSpPr>
          <a:xfrm>
            <a:off x="609222" y="3254098"/>
            <a:ext cx="280676" cy="281936"/>
            <a:chOff x="609222" y="1060609"/>
            <a:chExt cx="280676" cy="281936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FA579EBA-E5A1-00BD-1557-576DEED00B4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836CBE35-CE62-B293-7306-5BD181064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0AE036C-3A21-427B-C6AB-61367B4B01C3}"/>
              </a:ext>
            </a:extLst>
          </p:cNvPr>
          <p:cNvGrpSpPr/>
          <p:nvPr/>
        </p:nvGrpSpPr>
        <p:grpSpPr>
          <a:xfrm>
            <a:off x="609222" y="3692246"/>
            <a:ext cx="280676" cy="281936"/>
            <a:chOff x="609222" y="1060609"/>
            <a:chExt cx="280676" cy="281936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CEF05914-40D1-B4E6-DAE2-A2CCC8161AC7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306921B-3F4A-CF47-F6B8-3B556CEA1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62A4DF-70F6-B968-1279-49C1E4F4BE6B}"/>
              </a:ext>
            </a:extLst>
          </p:cNvPr>
          <p:cNvGrpSpPr/>
          <p:nvPr/>
        </p:nvGrpSpPr>
        <p:grpSpPr>
          <a:xfrm>
            <a:off x="609222" y="4125694"/>
            <a:ext cx="280676" cy="281936"/>
            <a:chOff x="609222" y="1060609"/>
            <a:chExt cx="280676" cy="281936"/>
          </a:xfrm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7710DC39-CC16-1978-9DEF-BEC936655630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C42B30C-9411-F93F-6D80-074A27C3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8B59A2C-4DB0-B3D9-A1D1-A976E9352D9C}"/>
              </a:ext>
            </a:extLst>
          </p:cNvPr>
          <p:cNvGrpSpPr/>
          <p:nvPr/>
        </p:nvGrpSpPr>
        <p:grpSpPr>
          <a:xfrm>
            <a:off x="609222" y="4558905"/>
            <a:ext cx="280676" cy="281936"/>
            <a:chOff x="609222" y="1060609"/>
            <a:chExt cx="280676" cy="281936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3855219-C061-8ACD-4FE8-1BF6DE6E65AC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D233E16A-338E-30A8-84D5-1CC680E93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D63C51E-8E55-F046-2B49-B05B4CFA435F}"/>
              </a:ext>
            </a:extLst>
          </p:cNvPr>
          <p:cNvGrpSpPr/>
          <p:nvPr/>
        </p:nvGrpSpPr>
        <p:grpSpPr>
          <a:xfrm>
            <a:off x="609222" y="4992116"/>
            <a:ext cx="280676" cy="281936"/>
            <a:chOff x="609222" y="1060609"/>
            <a:chExt cx="280676" cy="281936"/>
          </a:xfrm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D5CEA3DA-6D2C-9412-BB80-4F49F6371236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B817870B-2BE3-67C9-62C2-F7A6F8C9F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3D2A8A7-F505-BBDE-69C9-2BF4D489E7DF}"/>
              </a:ext>
            </a:extLst>
          </p:cNvPr>
          <p:cNvGrpSpPr/>
          <p:nvPr/>
        </p:nvGrpSpPr>
        <p:grpSpPr>
          <a:xfrm>
            <a:off x="609222" y="5420390"/>
            <a:ext cx="280676" cy="281936"/>
            <a:chOff x="609222" y="1060609"/>
            <a:chExt cx="280676" cy="281936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3EBAD9D2-AC40-0DB5-C535-E67BE9DD04F9}"/>
                </a:ext>
              </a:extLst>
            </p:cNvPr>
            <p:cNvSpPr/>
            <p:nvPr/>
          </p:nvSpPr>
          <p:spPr>
            <a:xfrm>
              <a:off x="609222" y="1060609"/>
              <a:ext cx="280676" cy="28193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200" noProof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5373F87B-DF61-23E5-858C-1A26F37E2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360" y="1133209"/>
              <a:ext cx="152400" cy="152400"/>
            </a:xfrm>
            <a:prstGeom prst="rect">
              <a:avLst/>
            </a:prstGeom>
          </p:spPr>
        </p:pic>
      </p:grp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9375E02-4B7D-BE8C-0E8A-616C9232E035}"/>
              </a:ext>
            </a:extLst>
          </p:cNvPr>
          <p:cNvCxnSpPr/>
          <p:nvPr/>
        </p:nvCxnSpPr>
        <p:spPr>
          <a:xfrm>
            <a:off x="246888" y="1150805"/>
            <a:ext cx="86502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060FF832-DF7D-6E21-1905-804805458F11}"/>
              </a:ext>
            </a:extLst>
          </p:cNvPr>
          <p:cNvSpPr txBox="1"/>
          <p:nvPr/>
        </p:nvSpPr>
        <p:spPr>
          <a:xfrm>
            <a:off x="1019239" y="6366406"/>
            <a:ext cx="1531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Đã cập nhật cài đặt</a:t>
            </a:r>
            <a:endParaRPr lang="vi-VN" sz="1200" noProof="1">
              <a:solidFill>
                <a:srgbClr val="00B05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64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3AF5-583C-B76A-5D11-C9E2A963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267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889</TotalTime>
  <Words>3172</Words>
  <Application>Microsoft Office PowerPoint</Application>
  <PresentationFormat>On-screen Show (4:3)</PresentationFormat>
  <Paragraphs>1497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Hưng Thịnh Nguyễn</dc:creator>
  <cp:lastModifiedBy>Hưng Thịnh Nguyễn</cp:lastModifiedBy>
  <cp:revision>11</cp:revision>
  <dcterms:created xsi:type="dcterms:W3CDTF">2025-10-23T02:44:34Z</dcterms:created>
  <dcterms:modified xsi:type="dcterms:W3CDTF">2025-11-03T05:12:18Z</dcterms:modified>
</cp:coreProperties>
</file>